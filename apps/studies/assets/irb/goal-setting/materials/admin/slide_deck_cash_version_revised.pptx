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3" r:id="rId3"/>
    <p:sldId id="259" r:id="rId4"/>
    <p:sldId id="276" r:id="rId5"/>
    <p:sldId id="269" r:id="rId6"/>
    <p:sldId id="260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7" autoAdjust="0"/>
    <p:restoredTop sz="94758" autoAdjust="0"/>
  </p:normalViewPr>
  <p:slideViewPr>
    <p:cSldViewPr snapToGrid="0">
      <p:cViewPr varScale="1">
        <p:scale>
          <a:sx n="101" d="100"/>
          <a:sy n="101" d="100"/>
        </p:scale>
        <p:origin x="83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E75F-8676-C7A4-807B-9048AA28A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1B17D-A8D8-D62B-E19F-ED838A501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30FA-3B18-29A2-42F9-385CAF1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E506A-2ADF-BA70-6BB1-63DD75BB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571B-3C57-B03E-5E82-B4E14D4A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0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8827-1E1D-E9E9-E4F5-C57B308AD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66D57-2375-F331-9B91-4CC3B550A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6DAF0-385D-80F9-16F7-AAEFBA36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395CB-137E-D828-A5AB-49C0023A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8A5E-26D0-9D5F-B830-DE7526118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0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300E-1878-09F2-9084-1C5C9BA6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AEA34-5888-BA87-C3F6-C0C874F8A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F91BB-9DE5-99CC-732D-D0D5DFDF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D190B-1C63-E481-2F35-E85C6FA2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55D3-5018-A06B-28A3-7254EB74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2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1041-DB50-D1F3-6DA8-9ED61F4E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C237-BC20-5D73-6E7B-6B9D6E128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0F544-F0F1-6634-EFA7-302F4E4DD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5DFA3-B68C-B155-12D6-8FEA9416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FC2C9-D919-7250-55CB-FB590319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E266D-AA82-B1FA-D125-DD3B05D5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7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B648-F08B-67FA-5380-66A19F95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7B35B-1971-63D1-3E6A-0CD215DFD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FE779-85A7-E370-0935-40F7AA546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6B676-112F-1607-297A-6FC3FD2E3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98538-C7F6-532B-64CF-03BCA957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B4368-713A-C1C2-AF04-94BCCF53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64C4C-5F7B-D625-1647-DE28BCB8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E2066-98A0-F9E7-6C38-D1C95577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190C-2566-A970-2562-0AF38A94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D9E50-9037-1825-1A7A-C8DBA38E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3ECF7-61F6-3FE1-B213-477F18F0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07BE5-E2A5-8B40-F71B-51F49662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7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5707E-588A-A2FA-68FB-68351737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1638A-96EA-D097-F24B-9932707B6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AE5FC-F1FE-BDF3-7A60-6886C94C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55DA-DFE1-F72C-4DD5-042B0E4B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02E5-6DAA-4998-03D7-9884F901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387E4-40B5-C357-0637-C582DD028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821B7-08C2-24DE-CE85-7CD1F471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DFFEA-5C98-EFEC-BEC1-E55CD4F24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D62E-9897-9CEC-016C-9753F6C5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5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8419-40C7-362E-6827-A3B247B0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71B98-91A1-09E4-CDB8-55F8047EA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6DAE4-E447-6ECF-DC96-7414D0FAB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14223-422D-58F7-5061-A4813851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44605-917A-FB02-924D-432AF67BD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D13D-348B-8A18-1482-FB9C517A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95291-92F8-13C7-9BDB-F8AD7CED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E2566-07AC-88CA-D0E1-C224930C4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AC8B-B458-4365-745E-3FBEE969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12B0-1617-0209-495F-FAD86799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15D16-5DA8-3507-BAA9-3D878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4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0F03C-ECBA-19C6-5EC0-D2FD0F029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7B99C-A51A-E253-7291-5FD0F2DE6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3B765-B9B5-E74A-6E48-DE1651A4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1C6E-A56D-4A76-7ACA-BA624526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33B46-2F41-64BF-6B8B-5DB61812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4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47AD8-8B2C-5E2A-8E72-6ADFB115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E4D1C-055E-9030-1E2E-E519B0E1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A0B46-0AE1-D395-B132-D387DFBCD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F7FE1-CCE6-4F90-BC21-BC6FE86F1D2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A81F3-F982-9411-3B48-6A6C3A739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94D26-7CB4-9D66-18BB-11FDAF11C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79279-B9EF-46C8-A620-CE8AA8CF1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7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A927AF-BAD9-C645-C892-CF7712F9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174" y="2315150"/>
            <a:ext cx="6573651" cy="2229013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6400" b="0" i="0" u="none" strike="noStrike" dirty="0">
                <a:effectLst/>
                <a:latin typeface="Times New Roman"/>
                <a:cs typeface="Times New Roman"/>
              </a:rPr>
              <a:t>Please do </a:t>
            </a:r>
            <a:r>
              <a:rPr lang="en-US" sz="6400" b="1" i="0" u="sng" strike="noStrike" dirty="0">
                <a:effectLst/>
                <a:latin typeface="Times New Roman"/>
                <a:cs typeface="Times New Roman"/>
              </a:rPr>
              <a:t>not</a:t>
            </a:r>
            <a:r>
              <a:rPr lang="en-US" sz="6400" b="0" i="0" u="none" strike="noStrike" dirty="0">
                <a:effectLst/>
                <a:latin typeface="Times New Roman"/>
                <a:cs typeface="Times New Roman"/>
              </a:rPr>
              <a:t> open your folders until </a:t>
            </a:r>
            <a:r>
              <a:rPr lang="en-US" sz="6400">
                <a:latin typeface="Times New Roman"/>
                <a:cs typeface="Times New Roman"/>
              </a:rPr>
              <a:t>instructed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6400" dirty="0">
              <a:latin typeface="Times New Roman"/>
              <a:cs typeface="Times New Roman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6400" b="0" i="0" u="none" strike="noStrike">
                <a:effectLst/>
                <a:latin typeface="Times New Roman"/>
                <a:cs typeface="Times New Roman"/>
              </a:rPr>
              <a:t>Please </a:t>
            </a:r>
            <a:r>
              <a:rPr lang="en-US" sz="6400">
                <a:latin typeface="Times New Roman"/>
                <a:cs typeface="Times New Roman"/>
              </a:rPr>
              <a:t>wait for instructions</a:t>
            </a:r>
            <a:endParaRPr lang="en-US" sz="6400" b="0">
              <a:effectLst/>
              <a:latin typeface="Times New Roman"/>
              <a:cs typeface="Times New Roman"/>
            </a:endParaRP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571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AE9B28-A8CF-FE41-ED68-61C133AE0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9225"/>
            <a:ext cx="10515600" cy="14001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/>
                <a:cs typeface="Times New Roman"/>
              </a:rPr>
              <a:t>Ready</a:t>
            </a:r>
            <a:r>
              <a:rPr lang="en-US" sz="8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03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7EC2946B-82F1-C694-0724-E0EE63237ABB}"/>
              </a:ext>
            </a:extLst>
          </p:cNvPr>
          <p:cNvSpPr/>
          <p:nvPr/>
        </p:nvSpPr>
        <p:spPr>
          <a:xfrm>
            <a:off x="3352800" y="3072925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58D65-71BB-5F71-BFA4-DF1516448E03}"/>
              </a:ext>
            </a:extLst>
          </p:cNvPr>
          <p:cNvSpPr txBox="1"/>
          <p:nvPr/>
        </p:nvSpPr>
        <p:spPr>
          <a:xfrm>
            <a:off x="5381122" y="38160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1FAA6-0171-0F1B-AF6D-7FF09E91DDA0}"/>
              </a:ext>
            </a:extLst>
          </p:cNvPr>
          <p:cNvSpPr txBox="1"/>
          <p:nvPr/>
        </p:nvSpPr>
        <p:spPr>
          <a:xfrm>
            <a:off x="5404934" y="3825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DCD1-DB81-1944-4106-CC1A0F01461E}"/>
              </a:ext>
            </a:extLst>
          </p:cNvPr>
          <p:cNvSpPr txBox="1"/>
          <p:nvPr/>
        </p:nvSpPr>
        <p:spPr>
          <a:xfrm>
            <a:off x="5381122" y="38381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5B13D-C91E-E97C-9EA6-6A708DF4FC72}"/>
              </a:ext>
            </a:extLst>
          </p:cNvPr>
          <p:cNvSpPr txBox="1"/>
          <p:nvPr/>
        </p:nvSpPr>
        <p:spPr>
          <a:xfrm>
            <a:off x="5394228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6284D-9B03-549A-0A66-87178FA24EA8}"/>
              </a:ext>
            </a:extLst>
          </p:cNvPr>
          <p:cNvSpPr txBox="1"/>
          <p:nvPr/>
        </p:nvSpPr>
        <p:spPr>
          <a:xfrm>
            <a:off x="5381117" y="38602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A09F3-D93D-7558-EEF7-1A223AE1FFC8}"/>
              </a:ext>
            </a:extLst>
          </p:cNvPr>
          <p:cNvSpPr txBox="1"/>
          <p:nvPr/>
        </p:nvSpPr>
        <p:spPr>
          <a:xfrm>
            <a:off x="5364454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D4370-759F-826D-9400-7C2F7B7C67F2}"/>
              </a:ext>
            </a:extLst>
          </p:cNvPr>
          <p:cNvSpPr txBox="1"/>
          <p:nvPr/>
        </p:nvSpPr>
        <p:spPr>
          <a:xfrm>
            <a:off x="5371007" y="38648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078AE-D8AF-18C7-D9FF-2F3B9C4658E4}"/>
              </a:ext>
            </a:extLst>
          </p:cNvPr>
          <p:cNvSpPr txBox="1"/>
          <p:nvPr/>
        </p:nvSpPr>
        <p:spPr>
          <a:xfrm>
            <a:off x="5373963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E97761-C8AB-9AC7-14A6-5DB1BA90EE12}"/>
              </a:ext>
            </a:extLst>
          </p:cNvPr>
          <p:cNvSpPr txBox="1"/>
          <p:nvPr/>
        </p:nvSpPr>
        <p:spPr>
          <a:xfrm>
            <a:off x="5390631" y="38696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8667E2-743B-2975-349A-FADEDAB15883}"/>
              </a:ext>
            </a:extLst>
          </p:cNvPr>
          <p:cNvSpPr txBox="1"/>
          <p:nvPr/>
        </p:nvSpPr>
        <p:spPr>
          <a:xfrm>
            <a:off x="5412075" y="38583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326E6-0132-C581-3B2E-E9C9E9586282}"/>
              </a:ext>
            </a:extLst>
          </p:cNvPr>
          <p:cNvSpPr txBox="1"/>
          <p:nvPr/>
        </p:nvSpPr>
        <p:spPr>
          <a:xfrm>
            <a:off x="5381112" y="38401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3331E-8447-B4C8-6A84-C3943F55C411}"/>
              </a:ext>
            </a:extLst>
          </p:cNvPr>
          <p:cNvSpPr txBox="1"/>
          <p:nvPr/>
        </p:nvSpPr>
        <p:spPr>
          <a:xfrm>
            <a:off x="5377560" y="38600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ECF7E-1B30-7709-FFCC-4B689A53E086}"/>
              </a:ext>
            </a:extLst>
          </p:cNvPr>
          <p:cNvSpPr txBox="1"/>
          <p:nvPr/>
        </p:nvSpPr>
        <p:spPr>
          <a:xfrm>
            <a:off x="5377534" y="38269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0F42E4-84A3-85F6-631C-986591074280}"/>
              </a:ext>
            </a:extLst>
          </p:cNvPr>
          <p:cNvSpPr txBox="1"/>
          <p:nvPr/>
        </p:nvSpPr>
        <p:spPr>
          <a:xfrm>
            <a:off x="5397774" y="38333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3ED70-0CBF-0B38-AD63-8ABDEA2519B7}"/>
              </a:ext>
            </a:extLst>
          </p:cNvPr>
          <p:cNvSpPr txBox="1"/>
          <p:nvPr/>
        </p:nvSpPr>
        <p:spPr>
          <a:xfrm>
            <a:off x="5369214" y="3814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2C746-2AD2-3540-8A4D-755157C4AA64}"/>
              </a:ext>
            </a:extLst>
          </p:cNvPr>
          <p:cNvSpPr txBox="1"/>
          <p:nvPr/>
        </p:nvSpPr>
        <p:spPr>
          <a:xfrm>
            <a:off x="5387034" y="38112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C9BE9-A644-3BC0-5128-3E1E563E8D3A}"/>
              </a:ext>
            </a:extLst>
          </p:cNvPr>
          <p:cNvSpPr txBox="1"/>
          <p:nvPr/>
        </p:nvSpPr>
        <p:spPr>
          <a:xfrm>
            <a:off x="5383437" y="386341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BC5FB-2AD2-C0A4-CDBE-8786F7DB16CE}"/>
              </a:ext>
            </a:extLst>
          </p:cNvPr>
          <p:cNvSpPr txBox="1"/>
          <p:nvPr/>
        </p:nvSpPr>
        <p:spPr>
          <a:xfrm>
            <a:off x="5387034" y="38571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269D5-3908-E237-DDE1-A5D3BF8600BC}"/>
              </a:ext>
            </a:extLst>
          </p:cNvPr>
          <p:cNvSpPr txBox="1"/>
          <p:nvPr/>
        </p:nvSpPr>
        <p:spPr>
          <a:xfrm>
            <a:off x="5384068" y="385470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868A2B-B268-4E56-0DBB-411AF8ADCF98}"/>
              </a:ext>
            </a:extLst>
          </p:cNvPr>
          <p:cNvSpPr txBox="1"/>
          <p:nvPr/>
        </p:nvSpPr>
        <p:spPr>
          <a:xfrm>
            <a:off x="5397774" y="38388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7843A-6E02-CA4B-629B-370A3AF6F040}"/>
              </a:ext>
            </a:extLst>
          </p:cNvPr>
          <p:cNvSpPr txBox="1"/>
          <p:nvPr/>
        </p:nvSpPr>
        <p:spPr>
          <a:xfrm>
            <a:off x="5356706" y="383072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E30D60-6F46-4739-F125-F94B9DA01EB8}"/>
              </a:ext>
            </a:extLst>
          </p:cNvPr>
          <p:cNvSpPr txBox="1"/>
          <p:nvPr/>
        </p:nvSpPr>
        <p:spPr>
          <a:xfrm>
            <a:off x="5363857" y="38619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777B3A-ACDF-341B-F857-2D285FA14B54}"/>
              </a:ext>
            </a:extLst>
          </p:cNvPr>
          <p:cNvSpPr txBox="1"/>
          <p:nvPr/>
        </p:nvSpPr>
        <p:spPr>
          <a:xfrm>
            <a:off x="5337054" y="38648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709B6-56E9-F183-E9B9-7BFE5A86411C}"/>
              </a:ext>
            </a:extLst>
          </p:cNvPr>
          <p:cNvSpPr txBox="1"/>
          <p:nvPr/>
        </p:nvSpPr>
        <p:spPr>
          <a:xfrm>
            <a:off x="5403061" y="386320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011704-3FB8-8F3F-18DB-948EF9868F6A}"/>
              </a:ext>
            </a:extLst>
          </p:cNvPr>
          <p:cNvSpPr txBox="1"/>
          <p:nvPr/>
        </p:nvSpPr>
        <p:spPr>
          <a:xfrm>
            <a:off x="5354031" y="383450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55D7F-4CB4-05C1-C700-1EF27F9C9017}"/>
              </a:ext>
            </a:extLst>
          </p:cNvPr>
          <p:cNvSpPr txBox="1"/>
          <p:nvPr/>
        </p:nvSpPr>
        <p:spPr>
          <a:xfrm>
            <a:off x="5363045" y="38211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A9ACA-0D53-05DF-C64D-40F19B10AB66}"/>
              </a:ext>
            </a:extLst>
          </p:cNvPr>
          <p:cNvSpPr txBox="1"/>
          <p:nvPr/>
        </p:nvSpPr>
        <p:spPr>
          <a:xfrm>
            <a:off x="5360866" y="38697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F5F4EC-FB3D-4818-1ABB-CBB311DB6FE4}"/>
              </a:ext>
            </a:extLst>
          </p:cNvPr>
          <p:cNvSpPr txBox="1"/>
          <p:nvPr/>
        </p:nvSpPr>
        <p:spPr>
          <a:xfrm>
            <a:off x="5391247" y="38570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23EC95-999F-0397-361A-6AA3939A23BD}"/>
              </a:ext>
            </a:extLst>
          </p:cNvPr>
          <p:cNvSpPr txBox="1"/>
          <p:nvPr/>
        </p:nvSpPr>
        <p:spPr>
          <a:xfrm>
            <a:off x="5377842" y="388180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AA6BF-EC05-4EFF-1F35-E8ABC4E35DB0}"/>
              </a:ext>
            </a:extLst>
          </p:cNvPr>
          <p:cNvSpPr txBox="1"/>
          <p:nvPr/>
        </p:nvSpPr>
        <p:spPr>
          <a:xfrm>
            <a:off x="5373364" y="385736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E66D75-6C65-C615-4F89-846A7B750666}"/>
              </a:ext>
            </a:extLst>
          </p:cNvPr>
          <p:cNvSpPr txBox="1"/>
          <p:nvPr/>
        </p:nvSpPr>
        <p:spPr>
          <a:xfrm>
            <a:off x="5354031" y="391536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5D4A17-C39A-4C69-0083-3C0E8FB48DA7}"/>
              </a:ext>
            </a:extLst>
          </p:cNvPr>
          <p:cNvSpPr txBox="1"/>
          <p:nvPr/>
        </p:nvSpPr>
        <p:spPr>
          <a:xfrm>
            <a:off x="5340012" y="387237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1E4905-44E4-1900-B777-46493A055998}"/>
              </a:ext>
            </a:extLst>
          </p:cNvPr>
          <p:cNvSpPr txBox="1"/>
          <p:nvPr/>
        </p:nvSpPr>
        <p:spPr>
          <a:xfrm>
            <a:off x="5359314" y="38846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833C51-A887-6BFB-85C5-C8D06DA284E9}"/>
              </a:ext>
            </a:extLst>
          </p:cNvPr>
          <p:cNvSpPr txBox="1"/>
          <p:nvPr/>
        </p:nvSpPr>
        <p:spPr>
          <a:xfrm>
            <a:off x="5378764" y="387486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CC03AA-A49C-60A8-C02B-B321D0BB66CA}"/>
              </a:ext>
            </a:extLst>
          </p:cNvPr>
          <p:cNvSpPr txBox="1"/>
          <p:nvPr/>
        </p:nvSpPr>
        <p:spPr>
          <a:xfrm>
            <a:off x="5350153" y="383593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FE0B6-8FDE-796E-058F-4EAABC41608F}"/>
              </a:ext>
            </a:extLst>
          </p:cNvPr>
          <p:cNvSpPr txBox="1"/>
          <p:nvPr/>
        </p:nvSpPr>
        <p:spPr>
          <a:xfrm>
            <a:off x="5387034" y="38902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982E08-969B-A2F3-BE87-AF100A4B576B}"/>
              </a:ext>
            </a:extLst>
          </p:cNvPr>
          <p:cNvSpPr txBox="1"/>
          <p:nvPr/>
        </p:nvSpPr>
        <p:spPr>
          <a:xfrm>
            <a:off x="5363994" y="387383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BC724D-D18A-9761-631A-DA3FD3ABA696}"/>
              </a:ext>
            </a:extLst>
          </p:cNvPr>
          <p:cNvSpPr txBox="1"/>
          <p:nvPr/>
        </p:nvSpPr>
        <p:spPr>
          <a:xfrm>
            <a:off x="5368500" y="387963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434E76-422F-E3AD-E7DE-170536A6DB8F}"/>
              </a:ext>
            </a:extLst>
          </p:cNvPr>
          <p:cNvSpPr txBox="1"/>
          <p:nvPr/>
        </p:nvSpPr>
        <p:spPr>
          <a:xfrm>
            <a:off x="5394668" y="385613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87B2D5-2D94-F690-8FC2-45D8E675F0D9}"/>
              </a:ext>
            </a:extLst>
          </p:cNvPr>
          <p:cNvSpPr txBox="1"/>
          <p:nvPr/>
        </p:nvSpPr>
        <p:spPr>
          <a:xfrm>
            <a:off x="5388253" y="38688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3DB0E1-27BA-DE22-A21F-9DE499CDBB4D}"/>
              </a:ext>
            </a:extLst>
          </p:cNvPr>
          <p:cNvSpPr txBox="1"/>
          <p:nvPr/>
        </p:nvSpPr>
        <p:spPr>
          <a:xfrm>
            <a:off x="5368997" y="385783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BBF1DE-E83E-FB8D-AE6B-C86EBA3137C0}"/>
              </a:ext>
            </a:extLst>
          </p:cNvPr>
          <p:cNvSpPr txBox="1"/>
          <p:nvPr/>
        </p:nvSpPr>
        <p:spPr>
          <a:xfrm>
            <a:off x="5408493" y="382447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4D2208-7DF6-F086-64AE-D48201B35E38}"/>
              </a:ext>
            </a:extLst>
          </p:cNvPr>
          <p:cNvSpPr txBox="1"/>
          <p:nvPr/>
        </p:nvSpPr>
        <p:spPr>
          <a:xfrm>
            <a:off x="5362721" y="386832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8C12A5-02C0-819D-09C7-1C38D28AE2AD}"/>
              </a:ext>
            </a:extLst>
          </p:cNvPr>
          <p:cNvSpPr txBox="1"/>
          <p:nvPr/>
        </p:nvSpPr>
        <p:spPr>
          <a:xfrm>
            <a:off x="5331594" y="387500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A75114-32F9-3474-254F-076A7E7915BD}"/>
              </a:ext>
            </a:extLst>
          </p:cNvPr>
          <p:cNvSpPr txBox="1"/>
          <p:nvPr/>
        </p:nvSpPr>
        <p:spPr>
          <a:xfrm>
            <a:off x="5333457" y="387351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285AB-5D3A-5872-E538-1C354A3BD345}"/>
              </a:ext>
            </a:extLst>
          </p:cNvPr>
          <p:cNvSpPr txBox="1"/>
          <p:nvPr/>
        </p:nvSpPr>
        <p:spPr>
          <a:xfrm>
            <a:off x="5338002" y="39078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C238AF-1964-94BA-F40C-A9B6471407AC}"/>
              </a:ext>
            </a:extLst>
          </p:cNvPr>
          <p:cNvSpPr txBox="1"/>
          <p:nvPr/>
        </p:nvSpPr>
        <p:spPr>
          <a:xfrm>
            <a:off x="5376377" y="38741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C739F2-D728-9F0E-D436-777D98EF0681}"/>
              </a:ext>
            </a:extLst>
          </p:cNvPr>
          <p:cNvSpPr txBox="1"/>
          <p:nvPr/>
        </p:nvSpPr>
        <p:spPr>
          <a:xfrm>
            <a:off x="5342957" y="3849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670E60-890D-8DE7-4F1A-D171F822DC98}"/>
              </a:ext>
            </a:extLst>
          </p:cNvPr>
          <p:cNvSpPr txBox="1"/>
          <p:nvPr/>
        </p:nvSpPr>
        <p:spPr>
          <a:xfrm>
            <a:off x="5357167" y="389425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476F14-9AFB-0788-2009-2A9076416A21}"/>
              </a:ext>
            </a:extLst>
          </p:cNvPr>
          <p:cNvSpPr txBox="1"/>
          <p:nvPr/>
        </p:nvSpPr>
        <p:spPr>
          <a:xfrm>
            <a:off x="5361460" y="384171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58A932-4E38-8B20-C5A7-4BBC0021E333}"/>
              </a:ext>
            </a:extLst>
          </p:cNvPr>
          <p:cNvSpPr txBox="1"/>
          <p:nvPr/>
        </p:nvSpPr>
        <p:spPr>
          <a:xfrm>
            <a:off x="5382977" y="385677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3C68C5-8ED8-1C2F-8858-5959E49B816A}"/>
              </a:ext>
            </a:extLst>
          </p:cNvPr>
          <p:cNvSpPr txBox="1"/>
          <p:nvPr/>
        </p:nvSpPr>
        <p:spPr>
          <a:xfrm>
            <a:off x="5367814" y="387370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7FEEF5-3806-6BAD-61B1-CD0F16563623}"/>
              </a:ext>
            </a:extLst>
          </p:cNvPr>
          <p:cNvSpPr txBox="1"/>
          <p:nvPr/>
        </p:nvSpPr>
        <p:spPr>
          <a:xfrm>
            <a:off x="5357167" y="385593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24F061-08AF-5A8F-8477-39B7438647CA}"/>
              </a:ext>
            </a:extLst>
          </p:cNvPr>
          <p:cNvSpPr txBox="1"/>
          <p:nvPr/>
        </p:nvSpPr>
        <p:spPr>
          <a:xfrm>
            <a:off x="5357167" y="388536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84C232-067A-C82F-E380-8CFA2F9736D0}"/>
              </a:ext>
            </a:extLst>
          </p:cNvPr>
          <p:cNvSpPr txBox="1"/>
          <p:nvPr/>
        </p:nvSpPr>
        <p:spPr>
          <a:xfrm>
            <a:off x="5387034" y="38544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13A557-784F-6CD7-D89C-2974A0AC1A84}"/>
              </a:ext>
            </a:extLst>
          </p:cNvPr>
          <p:cNvSpPr txBox="1"/>
          <p:nvPr/>
        </p:nvSpPr>
        <p:spPr>
          <a:xfrm>
            <a:off x="5382706" y="38417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39E4F7-8465-AEEC-61A1-06F6F0D5AEDC}"/>
              </a:ext>
            </a:extLst>
          </p:cNvPr>
          <p:cNvSpPr txBox="1"/>
          <p:nvPr/>
        </p:nvSpPr>
        <p:spPr>
          <a:xfrm>
            <a:off x="5369889" y="388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1675C7-C4D1-759A-9FBA-C733EC15DD1C}"/>
              </a:ext>
            </a:extLst>
          </p:cNvPr>
          <p:cNvSpPr txBox="1"/>
          <p:nvPr/>
        </p:nvSpPr>
        <p:spPr>
          <a:xfrm>
            <a:off x="5363505" y="38876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8C581E-1794-35ED-32A5-1E2F998D0B54}"/>
              </a:ext>
            </a:extLst>
          </p:cNvPr>
          <p:cNvSpPr txBox="1"/>
          <p:nvPr/>
        </p:nvSpPr>
        <p:spPr>
          <a:xfrm>
            <a:off x="5369862" y="3817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C1D9B9-8E60-B63F-0ADC-6AD14E4A396E}"/>
              </a:ext>
            </a:extLst>
          </p:cNvPr>
          <p:cNvSpPr txBox="1"/>
          <p:nvPr/>
        </p:nvSpPr>
        <p:spPr>
          <a:xfrm>
            <a:off x="5395434" y="386020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B89864-70D5-11A7-162E-6F43118E8CB1}"/>
              </a:ext>
            </a:extLst>
          </p:cNvPr>
          <p:cNvSpPr txBox="1"/>
          <p:nvPr/>
        </p:nvSpPr>
        <p:spPr>
          <a:xfrm>
            <a:off x="2848648" y="574453"/>
            <a:ext cx="649470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Trial Round # 1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UONHMEY</a:t>
            </a:r>
            <a:endParaRPr lang="en-US" sz="4000" b="0" dirty="0">
              <a:effectLst/>
            </a:endParaRPr>
          </a:p>
          <a:p>
            <a:br>
              <a:rPr lang="en-US" sz="4000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4F063C-3380-E0B9-4F66-7335279EB124}"/>
              </a:ext>
            </a:extLst>
          </p:cNvPr>
          <p:cNvSpPr txBox="1"/>
          <p:nvPr/>
        </p:nvSpPr>
        <p:spPr>
          <a:xfrm>
            <a:off x="5356950" y="380293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pic>
        <p:nvPicPr>
          <p:cNvPr id="3" name="Ding - Sound Effect (HD).mp3">
            <a:hlinkClick r:id="" action="ppaction://media"/>
            <a:extLst>
              <a:ext uri="{FF2B5EF4-FFF2-40B4-BE49-F238E27FC236}">
                <a16:creationId xmlns:a16="http://schemas.microsoft.com/office/drawing/2014/main" id="{E2B34609-54D3-D81D-EDDF-52031333EF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02794" y="536111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88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A97F-3262-7BEF-C86C-D92647D0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D708997E-53C8-2115-73B2-CAFEC2B8C931}"/>
              </a:ext>
            </a:extLst>
          </p:cNvPr>
          <p:cNvSpPr/>
          <p:nvPr/>
        </p:nvSpPr>
        <p:spPr>
          <a:xfrm>
            <a:off x="3352800" y="3072925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08B78-F025-F83D-9C08-3259ED60E830}"/>
              </a:ext>
            </a:extLst>
          </p:cNvPr>
          <p:cNvSpPr txBox="1"/>
          <p:nvPr/>
        </p:nvSpPr>
        <p:spPr>
          <a:xfrm>
            <a:off x="5381122" y="38160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88FD6-2948-F8E2-5758-E46058224076}"/>
              </a:ext>
            </a:extLst>
          </p:cNvPr>
          <p:cNvSpPr txBox="1"/>
          <p:nvPr/>
        </p:nvSpPr>
        <p:spPr>
          <a:xfrm>
            <a:off x="5404934" y="3825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5E1E2-552D-416C-4FDB-37D57E810EBA}"/>
              </a:ext>
            </a:extLst>
          </p:cNvPr>
          <p:cNvSpPr txBox="1"/>
          <p:nvPr/>
        </p:nvSpPr>
        <p:spPr>
          <a:xfrm>
            <a:off x="5381122" y="38381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05B0A-38FC-6A0A-F6D9-807BDE6BAC62}"/>
              </a:ext>
            </a:extLst>
          </p:cNvPr>
          <p:cNvSpPr txBox="1"/>
          <p:nvPr/>
        </p:nvSpPr>
        <p:spPr>
          <a:xfrm>
            <a:off x="5394228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A98B97-67BE-0E77-476A-7ACE1B0F3005}"/>
              </a:ext>
            </a:extLst>
          </p:cNvPr>
          <p:cNvSpPr txBox="1"/>
          <p:nvPr/>
        </p:nvSpPr>
        <p:spPr>
          <a:xfrm>
            <a:off x="5381117" y="38602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44788-F50F-F2E0-7394-92B44D760DF5}"/>
              </a:ext>
            </a:extLst>
          </p:cNvPr>
          <p:cNvSpPr txBox="1"/>
          <p:nvPr/>
        </p:nvSpPr>
        <p:spPr>
          <a:xfrm>
            <a:off x="5364454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72013-AB6C-595F-71D7-F998C5257C49}"/>
              </a:ext>
            </a:extLst>
          </p:cNvPr>
          <p:cNvSpPr txBox="1"/>
          <p:nvPr/>
        </p:nvSpPr>
        <p:spPr>
          <a:xfrm>
            <a:off x="5371007" y="38648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8A466-47A6-4A4B-3338-0B9F1F2C964B}"/>
              </a:ext>
            </a:extLst>
          </p:cNvPr>
          <p:cNvSpPr txBox="1"/>
          <p:nvPr/>
        </p:nvSpPr>
        <p:spPr>
          <a:xfrm>
            <a:off x="5373963" y="38494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8172A0-AFDF-0435-9703-64D78AE5EF2A}"/>
              </a:ext>
            </a:extLst>
          </p:cNvPr>
          <p:cNvSpPr txBox="1"/>
          <p:nvPr/>
        </p:nvSpPr>
        <p:spPr>
          <a:xfrm>
            <a:off x="5390631" y="38696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0D84C8-278F-F2D9-FAE6-05256E8DB1C0}"/>
              </a:ext>
            </a:extLst>
          </p:cNvPr>
          <p:cNvSpPr txBox="1"/>
          <p:nvPr/>
        </p:nvSpPr>
        <p:spPr>
          <a:xfrm>
            <a:off x="5412075" y="38583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B64CD-FBD1-D4A0-328F-E23E664719F0}"/>
              </a:ext>
            </a:extLst>
          </p:cNvPr>
          <p:cNvSpPr txBox="1"/>
          <p:nvPr/>
        </p:nvSpPr>
        <p:spPr>
          <a:xfrm>
            <a:off x="5381112" y="38401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9BC72C-6E32-C4C0-F131-7C3BA442B1E9}"/>
              </a:ext>
            </a:extLst>
          </p:cNvPr>
          <p:cNvSpPr txBox="1"/>
          <p:nvPr/>
        </p:nvSpPr>
        <p:spPr>
          <a:xfrm>
            <a:off x="5377560" y="38600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C26DCE-DB3A-55E6-66C9-34EDD07AFBE8}"/>
              </a:ext>
            </a:extLst>
          </p:cNvPr>
          <p:cNvSpPr txBox="1"/>
          <p:nvPr/>
        </p:nvSpPr>
        <p:spPr>
          <a:xfrm>
            <a:off x="5377534" y="38269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86157-9785-54F9-FDC0-F593236FE3C7}"/>
              </a:ext>
            </a:extLst>
          </p:cNvPr>
          <p:cNvSpPr txBox="1"/>
          <p:nvPr/>
        </p:nvSpPr>
        <p:spPr>
          <a:xfrm>
            <a:off x="5397774" y="38333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62613F-EC0F-16AB-D989-94FEAFAD1CAE}"/>
              </a:ext>
            </a:extLst>
          </p:cNvPr>
          <p:cNvSpPr txBox="1"/>
          <p:nvPr/>
        </p:nvSpPr>
        <p:spPr>
          <a:xfrm>
            <a:off x="5369214" y="3814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B831D2-68FF-BB3F-3F62-7E67CA757A92}"/>
              </a:ext>
            </a:extLst>
          </p:cNvPr>
          <p:cNvSpPr txBox="1"/>
          <p:nvPr/>
        </p:nvSpPr>
        <p:spPr>
          <a:xfrm>
            <a:off x="5387034" y="38112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7CEE08-B885-A021-F41B-B91BF2B1F72B}"/>
              </a:ext>
            </a:extLst>
          </p:cNvPr>
          <p:cNvSpPr txBox="1"/>
          <p:nvPr/>
        </p:nvSpPr>
        <p:spPr>
          <a:xfrm>
            <a:off x="5383437" y="386341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2A3D7E-0E52-3440-52C6-DFD29885FFBB}"/>
              </a:ext>
            </a:extLst>
          </p:cNvPr>
          <p:cNvSpPr txBox="1"/>
          <p:nvPr/>
        </p:nvSpPr>
        <p:spPr>
          <a:xfrm>
            <a:off x="5387034" y="38571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5C409D-21F4-5A52-D886-6827906EE8A5}"/>
              </a:ext>
            </a:extLst>
          </p:cNvPr>
          <p:cNvSpPr txBox="1"/>
          <p:nvPr/>
        </p:nvSpPr>
        <p:spPr>
          <a:xfrm>
            <a:off x="5384068" y="385470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5EBBF9-BD13-567C-19EA-4380C5780171}"/>
              </a:ext>
            </a:extLst>
          </p:cNvPr>
          <p:cNvSpPr txBox="1"/>
          <p:nvPr/>
        </p:nvSpPr>
        <p:spPr>
          <a:xfrm>
            <a:off x="5397774" y="38388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805B31-78FF-3E49-A3ED-1166DADF7FA1}"/>
              </a:ext>
            </a:extLst>
          </p:cNvPr>
          <p:cNvSpPr txBox="1"/>
          <p:nvPr/>
        </p:nvSpPr>
        <p:spPr>
          <a:xfrm>
            <a:off x="5356706" y="383072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2DBEBF-B1D1-13E3-64B7-01C2E8419AC2}"/>
              </a:ext>
            </a:extLst>
          </p:cNvPr>
          <p:cNvSpPr txBox="1"/>
          <p:nvPr/>
        </p:nvSpPr>
        <p:spPr>
          <a:xfrm>
            <a:off x="5363857" y="38619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8C69F2-FC29-9C00-4D52-4C4196EA084B}"/>
              </a:ext>
            </a:extLst>
          </p:cNvPr>
          <p:cNvSpPr txBox="1"/>
          <p:nvPr/>
        </p:nvSpPr>
        <p:spPr>
          <a:xfrm>
            <a:off x="5337054" y="38648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49844F-8807-0BE0-A2BC-9036D7D61F44}"/>
              </a:ext>
            </a:extLst>
          </p:cNvPr>
          <p:cNvSpPr txBox="1"/>
          <p:nvPr/>
        </p:nvSpPr>
        <p:spPr>
          <a:xfrm>
            <a:off x="5403061" y="386320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1AE33E-CD94-E0A9-FD4F-7AADBCC20067}"/>
              </a:ext>
            </a:extLst>
          </p:cNvPr>
          <p:cNvSpPr txBox="1"/>
          <p:nvPr/>
        </p:nvSpPr>
        <p:spPr>
          <a:xfrm>
            <a:off x="5354031" y="383450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982802-DE83-A8C9-5764-49A78F796749}"/>
              </a:ext>
            </a:extLst>
          </p:cNvPr>
          <p:cNvSpPr txBox="1"/>
          <p:nvPr/>
        </p:nvSpPr>
        <p:spPr>
          <a:xfrm>
            <a:off x="5363045" y="38211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D03663-06B4-B73A-0C22-2821C1D3C2D1}"/>
              </a:ext>
            </a:extLst>
          </p:cNvPr>
          <p:cNvSpPr txBox="1"/>
          <p:nvPr/>
        </p:nvSpPr>
        <p:spPr>
          <a:xfrm>
            <a:off x="5360866" y="38697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5CE461-276A-CD23-7735-9B8E08649177}"/>
              </a:ext>
            </a:extLst>
          </p:cNvPr>
          <p:cNvSpPr txBox="1"/>
          <p:nvPr/>
        </p:nvSpPr>
        <p:spPr>
          <a:xfrm>
            <a:off x="5391247" y="38570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F8172D-9999-597B-BA68-688B2FB58E9B}"/>
              </a:ext>
            </a:extLst>
          </p:cNvPr>
          <p:cNvSpPr txBox="1"/>
          <p:nvPr/>
        </p:nvSpPr>
        <p:spPr>
          <a:xfrm>
            <a:off x="5377842" y="388180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39CFBD-BB0D-7942-2E9A-FE955A1EF62F}"/>
              </a:ext>
            </a:extLst>
          </p:cNvPr>
          <p:cNvSpPr txBox="1"/>
          <p:nvPr/>
        </p:nvSpPr>
        <p:spPr>
          <a:xfrm>
            <a:off x="5373364" y="385736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B958A8-0FD5-C11B-2C74-E67D7287DE3A}"/>
              </a:ext>
            </a:extLst>
          </p:cNvPr>
          <p:cNvSpPr txBox="1"/>
          <p:nvPr/>
        </p:nvSpPr>
        <p:spPr>
          <a:xfrm>
            <a:off x="5354031" y="391536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FD3B70-A2F2-36C8-A9FC-8D85E7346D46}"/>
              </a:ext>
            </a:extLst>
          </p:cNvPr>
          <p:cNvSpPr txBox="1"/>
          <p:nvPr/>
        </p:nvSpPr>
        <p:spPr>
          <a:xfrm>
            <a:off x="5340012" y="387237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881205-74C9-0119-5146-503989079593}"/>
              </a:ext>
            </a:extLst>
          </p:cNvPr>
          <p:cNvSpPr txBox="1"/>
          <p:nvPr/>
        </p:nvSpPr>
        <p:spPr>
          <a:xfrm>
            <a:off x="5359314" y="38846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3BBAD0-4645-26B0-18BD-09E680F36ABB}"/>
              </a:ext>
            </a:extLst>
          </p:cNvPr>
          <p:cNvSpPr txBox="1"/>
          <p:nvPr/>
        </p:nvSpPr>
        <p:spPr>
          <a:xfrm>
            <a:off x="5378764" y="387486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E99453-0EC2-6E5B-E531-E04970AB72F7}"/>
              </a:ext>
            </a:extLst>
          </p:cNvPr>
          <p:cNvSpPr txBox="1"/>
          <p:nvPr/>
        </p:nvSpPr>
        <p:spPr>
          <a:xfrm>
            <a:off x="5350153" y="383593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EC3457-6AAA-288E-FC56-89606EA8785E}"/>
              </a:ext>
            </a:extLst>
          </p:cNvPr>
          <p:cNvSpPr txBox="1"/>
          <p:nvPr/>
        </p:nvSpPr>
        <p:spPr>
          <a:xfrm>
            <a:off x="5387034" y="38902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C45F15-C6AF-2ACA-A6B5-FA2A33214F53}"/>
              </a:ext>
            </a:extLst>
          </p:cNvPr>
          <p:cNvSpPr txBox="1"/>
          <p:nvPr/>
        </p:nvSpPr>
        <p:spPr>
          <a:xfrm>
            <a:off x="5363994" y="387383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F79294-E238-0199-10F9-60D859A23C93}"/>
              </a:ext>
            </a:extLst>
          </p:cNvPr>
          <p:cNvSpPr txBox="1"/>
          <p:nvPr/>
        </p:nvSpPr>
        <p:spPr>
          <a:xfrm>
            <a:off x="5368500" y="387963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CF8B0A-9C9A-B4B4-6928-346489484EA3}"/>
              </a:ext>
            </a:extLst>
          </p:cNvPr>
          <p:cNvSpPr txBox="1"/>
          <p:nvPr/>
        </p:nvSpPr>
        <p:spPr>
          <a:xfrm>
            <a:off x="5394668" y="385613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D4CCBE-BF17-7FAB-EAB5-0F3547EDC8D2}"/>
              </a:ext>
            </a:extLst>
          </p:cNvPr>
          <p:cNvSpPr txBox="1"/>
          <p:nvPr/>
        </p:nvSpPr>
        <p:spPr>
          <a:xfrm>
            <a:off x="5388253" y="38688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B4BAE1-8333-197D-FDA8-19F4E4B652D0}"/>
              </a:ext>
            </a:extLst>
          </p:cNvPr>
          <p:cNvSpPr txBox="1"/>
          <p:nvPr/>
        </p:nvSpPr>
        <p:spPr>
          <a:xfrm>
            <a:off x="5368997" y="385783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51AE71-C500-284B-1933-ED775A26DD77}"/>
              </a:ext>
            </a:extLst>
          </p:cNvPr>
          <p:cNvSpPr txBox="1"/>
          <p:nvPr/>
        </p:nvSpPr>
        <p:spPr>
          <a:xfrm>
            <a:off x="5408493" y="382447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E6747C-124B-96F2-587F-31DF1C225B5E}"/>
              </a:ext>
            </a:extLst>
          </p:cNvPr>
          <p:cNvSpPr txBox="1"/>
          <p:nvPr/>
        </p:nvSpPr>
        <p:spPr>
          <a:xfrm>
            <a:off x="5362721" y="386832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151B5B-D729-8934-6A71-A8A2199F4DD9}"/>
              </a:ext>
            </a:extLst>
          </p:cNvPr>
          <p:cNvSpPr txBox="1"/>
          <p:nvPr/>
        </p:nvSpPr>
        <p:spPr>
          <a:xfrm>
            <a:off x="5331594" y="387500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110BBC-E679-105D-002C-3ACC7F5B9EC2}"/>
              </a:ext>
            </a:extLst>
          </p:cNvPr>
          <p:cNvSpPr txBox="1"/>
          <p:nvPr/>
        </p:nvSpPr>
        <p:spPr>
          <a:xfrm>
            <a:off x="5333457" y="387351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ADEB00-B410-D08B-762B-4086F88AC7DE}"/>
              </a:ext>
            </a:extLst>
          </p:cNvPr>
          <p:cNvSpPr txBox="1"/>
          <p:nvPr/>
        </p:nvSpPr>
        <p:spPr>
          <a:xfrm>
            <a:off x="5338002" y="39078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2AF27E8-373F-4B5C-5874-9E770F0F5FE7}"/>
              </a:ext>
            </a:extLst>
          </p:cNvPr>
          <p:cNvSpPr txBox="1"/>
          <p:nvPr/>
        </p:nvSpPr>
        <p:spPr>
          <a:xfrm>
            <a:off x="5376377" y="38741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1ECA04-9723-3619-2B4E-B038EE876CDF}"/>
              </a:ext>
            </a:extLst>
          </p:cNvPr>
          <p:cNvSpPr txBox="1"/>
          <p:nvPr/>
        </p:nvSpPr>
        <p:spPr>
          <a:xfrm>
            <a:off x="5342957" y="3849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7C5945-5B7B-007E-BC14-661F532F5C8A}"/>
              </a:ext>
            </a:extLst>
          </p:cNvPr>
          <p:cNvSpPr txBox="1"/>
          <p:nvPr/>
        </p:nvSpPr>
        <p:spPr>
          <a:xfrm>
            <a:off x="5357167" y="389425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C5C5FF-400E-533C-DAD1-F48B926A8BE4}"/>
              </a:ext>
            </a:extLst>
          </p:cNvPr>
          <p:cNvSpPr txBox="1"/>
          <p:nvPr/>
        </p:nvSpPr>
        <p:spPr>
          <a:xfrm>
            <a:off x="5361460" y="384171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2938DE-8DC5-74EB-64E8-9F6F0DC8A953}"/>
              </a:ext>
            </a:extLst>
          </p:cNvPr>
          <p:cNvSpPr txBox="1"/>
          <p:nvPr/>
        </p:nvSpPr>
        <p:spPr>
          <a:xfrm>
            <a:off x="5382977" y="385677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7C8898-2F75-EBA0-822C-ED5E88742A41}"/>
              </a:ext>
            </a:extLst>
          </p:cNvPr>
          <p:cNvSpPr txBox="1"/>
          <p:nvPr/>
        </p:nvSpPr>
        <p:spPr>
          <a:xfrm>
            <a:off x="5367814" y="387370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232D32-B6F2-4C2B-32F8-FEB9C766BEF2}"/>
              </a:ext>
            </a:extLst>
          </p:cNvPr>
          <p:cNvSpPr txBox="1"/>
          <p:nvPr/>
        </p:nvSpPr>
        <p:spPr>
          <a:xfrm>
            <a:off x="5357167" y="385593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E1F143-9DD4-F1F0-6B3D-11E62A7BE070}"/>
              </a:ext>
            </a:extLst>
          </p:cNvPr>
          <p:cNvSpPr txBox="1"/>
          <p:nvPr/>
        </p:nvSpPr>
        <p:spPr>
          <a:xfrm>
            <a:off x="5357167" y="388536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A72C1E-10CD-D967-9B53-661AE6D12D39}"/>
              </a:ext>
            </a:extLst>
          </p:cNvPr>
          <p:cNvSpPr txBox="1"/>
          <p:nvPr/>
        </p:nvSpPr>
        <p:spPr>
          <a:xfrm>
            <a:off x="5387034" y="38544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503572-823F-2007-B8D2-154C65357188}"/>
              </a:ext>
            </a:extLst>
          </p:cNvPr>
          <p:cNvSpPr txBox="1"/>
          <p:nvPr/>
        </p:nvSpPr>
        <p:spPr>
          <a:xfrm>
            <a:off x="5382706" y="38417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645F114-38BF-27F3-FC3F-9908F9AAD8EB}"/>
              </a:ext>
            </a:extLst>
          </p:cNvPr>
          <p:cNvSpPr txBox="1"/>
          <p:nvPr/>
        </p:nvSpPr>
        <p:spPr>
          <a:xfrm>
            <a:off x="5369889" y="388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30F968-7E0E-0C9E-A473-0D49C42BD3AF}"/>
              </a:ext>
            </a:extLst>
          </p:cNvPr>
          <p:cNvSpPr txBox="1"/>
          <p:nvPr/>
        </p:nvSpPr>
        <p:spPr>
          <a:xfrm>
            <a:off x="5363505" y="38876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710269-E92A-F402-2EC6-93ED8A432730}"/>
              </a:ext>
            </a:extLst>
          </p:cNvPr>
          <p:cNvSpPr txBox="1"/>
          <p:nvPr/>
        </p:nvSpPr>
        <p:spPr>
          <a:xfrm>
            <a:off x="5369862" y="3817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D06E35-4C8C-89A1-C3D7-24491A75BFA5}"/>
              </a:ext>
            </a:extLst>
          </p:cNvPr>
          <p:cNvSpPr txBox="1"/>
          <p:nvPr/>
        </p:nvSpPr>
        <p:spPr>
          <a:xfrm>
            <a:off x="5395434" y="386020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41C22-DA25-E56B-9BAE-5B87AFE96D4F}"/>
              </a:ext>
            </a:extLst>
          </p:cNvPr>
          <p:cNvSpPr txBox="1"/>
          <p:nvPr/>
        </p:nvSpPr>
        <p:spPr>
          <a:xfrm>
            <a:off x="2848648" y="574453"/>
            <a:ext cx="649470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Trial Round # 2</a:t>
            </a:r>
            <a:endParaRPr lang="en-US" sz="4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4000" b="0" dirty="0">
                <a:effectLst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AODJGIP</a:t>
            </a:r>
            <a:endParaRPr lang="en-US" sz="4000" b="0" dirty="0">
              <a:effectLst/>
            </a:endParaRPr>
          </a:p>
          <a:p>
            <a:br>
              <a:rPr lang="en-US" sz="4000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1024F-ECC7-3162-8CFF-EA76F3CDA92A}"/>
              </a:ext>
            </a:extLst>
          </p:cNvPr>
          <p:cNvSpPr txBox="1"/>
          <p:nvPr/>
        </p:nvSpPr>
        <p:spPr>
          <a:xfrm>
            <a:off x="5356950" y="380293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pic>
        <p:nvPicPr>
          <p:cNvPr id="3" name="Ding - Sound Effect (HD).mp3">
            <a:hlinkClick r:id="" action="ppaction://media"/>
            <a:extLst>
              <a:ext uri="{FF2B5EF4-FFF2-40B4-BE49-F238E27FC236}">
                <a16:creationId xmlns:a16="http://schemas.microsoft.com/office/drawing/2014/main" id="{8EB84D16-74B4-7367-53A1-F17CDB31ED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02794" y="536111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4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A855B2-AD69-C0E0-1462-03C591C95A9E}"/>
              </a:ext>
            </a:extLst>
          </p:cNvPr>
          <p:cNvSpPr txBox="1">
            <a:spLocks/>
          </p:cNvSpPr>
          <p:nvPr/>
        </p:nvSpPr>
        <p:spPr>
          <a:xfrm>
            <a:off x="838200" y="2894012"/>
            <a:ext cx="10515600" cy="10699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7200">
                <a:latin typeface="Times New Roman"/>
                <a:cs typeface="Times New Roman"/>
              </a:rPr>
              <a:t>Main Trial</a:t>
            </a:r>
            <a:endParaRPr lang="en-US" sz="7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497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7EC2946B-82F1-C694-0724-E0EE63237ABB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58D65-71BB-5F71-BFA4-DF1516448E03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1FAA6-0171-0F1B-AF6D-7FF09E91DDA0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DCD1-DB81-1944-4106-CC1A0F01461E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5B13D-C91E-E97C-9EA6-6A708DF4FC72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6284D-9B03-549A-0A66-87178FA24EA8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A09F3-D93D-7558-EEF7-1A223AE1FFC8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D4370-759F-826D-9400-7C2F7B7C67F2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078AE-D8AF-18C7-D9FF-2F3B9C4658E4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E97761-C8AB-9AC7-14A6-5DB1BA90EE12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8667E2-743B-2975-349A-FADEDAB15883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5326E6-0132-C581-3B2E-E9C9E9586282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83331E-8447-B4C8-6A84-C3943F55C411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ECF7E-1B30-7709-FFCC-4B689A53E086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0F42E4-84A3-85F6-631C-986591074280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3ED70-0CBF-0B38-AD63-8ABDEA2519B7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B2C746-2AD2-3540-8A4D-755157C4AA64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6C9BE9-A644-3BC0-5128-3E1E563E8D3A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BC5FB-2AD2-C0A4-CDBE-8786F7DB16CE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269D5-3908-E237-DDE1-A5D3BF8600BC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868A2B-B268-4E56-0DBB-411AF8ADCF98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7843A-6E02-CA4B-629B-370A3AF6F040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E30D60-6F46-4739-F125-F94B9DA01EB8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777B3A-ACDF-341B-F857-2D285FA14B54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709B6-56E9-F183-E9B9-7BFE5A86411C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011704-3FB8-8F3F-18DB-948EF9868F6A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655D7F-4CB4-05C1-C700-1EF27F9C9017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A9ACA-0D53-05DF-C64D-40F19B10AB66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F5F4EC-FB3D-4818-1ABB-CBB311DB6FE4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23EC95-999F-0397-361A-6AA3939A23BD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AA6BF-EC05-4EFF-1F35-E8ABC4E35DB0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E66D75-6C65-C615-4F89-846A7B750666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5D4A17-C39A-4C69-0083-3C0E8FB48DA7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1E4905-44E4-1900-B777-46493A055998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833C51-A887-6BFB-85C5-C8D06DA284E9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CC03AA-A49C-60A8-C02B-B321D0BB66CA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1FE0B6-8FDE-796E-058F-4EAABC41608F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982E08-969B-A2F3-BE87-AF100A4B576B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BC724D-D18A-9761-631A-DA3FD3ABA696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434E76-422F-E3AD-E7DE-170536A6DB8F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87B2D5-2D94-F690-8FC2-45D8E675F0D9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3DB0E1-27BA-DE22-A21F-9DE499CDBB4D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BBF1DE-E83E-FB8D-AE6B-C86EBA3137C0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4D2208-7DF6-F086-64AE-D48201B35E38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8C12A5-02C0-819D-09C7-1C38D28AE2AD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A75114-32F9-3474-254F-076A7E7915BD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5285AB-5D3A-5872-E538-1C354A3BD345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C238AF-1964-94BA-F40C-A9B6471407AC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C739F2-D728-9F0E-D436-777D98EF0681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670E60-890D-8DE7-4F1A-D171F822DC98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476F14-9AFB-0788-2009-2A9076416A21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58A932-4E38-8B20-C5A7-4BBC0021E333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3C68C5-8ED8-1C2F-8858-5959E49B816A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7FEEF5-3806-6BAD-61B1-CD0F16563623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24F061-08AF-5A8F-8477-39B7438647CA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84C232-067A-C82F-E380-8CFA2F9736D0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13A557-784F-6CD7-D89C-2974A0AC1A84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639E4F7-8465-AEEC-61A1-06F6F0D5AEDC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41675C7-C4D1-759A-9FBA-C733EC15DD1C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8C581E-1794-35ED-32A5-1E2F998D0B54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C1D9B9-8E60-B63F-0ADC-6AD14E4A396E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B89864-70D5-11A7-162E-6F43118E8CB1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1</a:t>
            </a:r>
            <a:endParaRPr lang="en-US" sz="4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4000" b="0" dirty="0">
                <a:effectLst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AEDBKUG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732F643-DC27-62E2-CF3F-E0F171E70BCE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0511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BD6A-AE5F-BA79-2146-34906DAB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12152106-E23D-35B6-80BF-2B8AA200D322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13951-E0CF-EA70-A07C-659F8324C529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AACB3-3732-45B8-E9C6-4122161E7ED7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7E619F-67D0-670C-FC0D-1A1220017595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45ED3-6A71-5E83-2421-D1A0D4A81B92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EFF86-6E2D-81AA-FDAD-5622890BF1A1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C6371-DC09-17AB-EE81-2381B8876F4A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25BBE-8AA4-8FC1-6CBC-7CCD860A2BA9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C1815E-1B29-D3C1-534E-05DB6300C297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B2C498-968B-C993-8A09-7C16CA99BD87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C195C-49C8-099B-E19C-680C43B0A1CD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2A79AC-B5F0-4478-F4E2-54EF6514048F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AF529-8733-03AD-B0B9-F5AD4CD9281E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19B6A9-FE0D-4624-1592-E08D89500083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F2C701-1038-5ABD-5F47-7AE1C667BDA9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CA77BE-CCE3-38ED-2C15-16D590635F01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9DB1E1-0626-6499-59DE-79A2AABDD0EB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6E2E19-0BA1-9ADC-6590-512264EDC84C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F6E7BA-15AA-F10E-BA38-1F2CB4ED2B4A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651527-8811-E806-1C9C-859A6B50666D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B1CA04-9748-2559-89BF-94C5A9630953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5AE1A1-A275-8F71-AB78-2F13D741B5B9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94B7D2-6F9C-AC3A-DA31-5362C91AC94A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AB5EDB-FC94-6B0E-3528-E3ACF87D3533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A05FB6-F092-2A2D-B993-49EE57C9F19A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3F0D9A-9555-75E8-16F7-43DCD7EB9BA4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CBD252-08D9-6910-F1D5-56BEE31EDEA5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D07421-474A-66FE-757C-565DE1601368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6F5F6E-F884-F15B-31C0-0E4CF032DA47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40EA63-EF11-4404-1DDD-9C58EEB384E6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F31E0A-28B3-0FF3-E2B4-A828B5C75184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955604-F8C2-1A74-5A20-5421F064EEB9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6A5E17-F06D-71A7-9962-AAFDEFDC2A44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FE52D6-032A-A833-CE62-95004B35D3CB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9167A1-5EB0-9889-C3FB-4EA53F95A4DA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CFE469-F8D5-AE94-05C3-2E79B519E0C2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116F07-76B9-95A1-E83D-44F5FC5166C0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60D4EB-ED56-7E00-E796-97F649CD032B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5C569A-3D74-DC97-B9A8-A8DC2C2295D2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919B05-1B8C-3307-8D00-F8B7F40219D5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3A1C8C-DA85-015D-BF35-3E87B15701FF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84BBDE-5A62-3171-FAC9-1D3E4455E9F3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B5263D-9456-8AB0-7FC5-70176495FADB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7506EC-D2F1-9751-DDF6-5B8F0182B325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8CF94D-40AC-C65C-3BC8-6EA3D5A3A7A5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A05494-578E-2351-76C7-A2A0770151E0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546E21-2964-ABA8-A513-9E2FE013DFE5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A50FF7-5DDB-B6AF-A73A-0D4A1C1C2ABD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593F1A-D4F5-BD9B-916A-C1C21B9AFEFB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230ECF-5F23-22D6-F4C7-8AB8228F9884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D230CF-9185-A8B4-11B4-E4CE498F53FD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AD16F6-4121-3BE6-3585-4655654E7C36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E55033-94AF-B586-A72D-E99335950767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80E500-2F00-197C-CE2D-01AF1957B5F3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5B2E84-06B9-D384-F63B-A5245EC95D07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72BE87-C295-DC89-9B64-C96A669F5A01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C55569-7226-24D7-20D9-E11C3426C1DE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DB94CC-4380-B4FD-A0BE-CECC975E9B18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E26F4D-7CDD-BC04-5FAB-D3221E65FFF3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5EB185-D26D-20E2-4187-1C8BB6FEEC2D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13439E-49BF-79B1-8D4C-3466AE5CEEA9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C6D6C-5FDE-AB08-3A7B-3079555CA994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2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OELBJAM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07D8E1-8A7C-3DE9-F081-64F1773EF3B0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0676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4348-1785-CB6D-773F-89E8B2F6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308878EE-1F30-6A3D-658B-0BDF5567DC44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98A0B-31C2-4417-CCC4-0FB3FDF11689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0E86A-53C5-4406-220F-52D0B5F1B25B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7E4C0-190B-4895-899B-33E89EBF2335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E3469-DBD3-093A-A090-8BEC51BF2D91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B192A-66FA-027D-E429-A20FEC132740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C34C0-2528-6F7B-3CEA-20DDA6D8BADD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EF3F1-687D-0250-BD8B-B542F8116A2F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6F0E2-9B69-062D-6B12-A865615E7354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1D177-4B58-230D-C6CF-CF448697BE02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6E953D-28B7-E53B-C717-01ECC1EA1C95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C578E-6B42-0368-BAFC-741FAB4270C1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3AAB3-FB23-322A-B3F8-26A80E6C7015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5E892-25D3-3561-1858-A7CFB9EADF7A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62AF12-18E7-241F-B1ED-F740E7746999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E4F8D-B2BC-89D4-20C9-8DA2E21522D8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7C0B68-D28F-7DBE-DE14-60A4351B3B03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3290A-5D5E-2482-B0B7-AC3E87A1D0C5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8B7ED9-E25B-D8F6-083B-4F41ABD3A87E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FB23AA-755E-57A3-1249-9B3097A0B635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B70550-305C-D58A-681D-82F62B06FB65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48045F-04F2-B8D9-D876-51AD9F6FC07C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9D1563-D23C-D5DA-04DC-74EF1E508076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53323D-76B7-463D-2C25-1D2526B4A9C6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CE3D1B-A2F2-73F3-5008-20C228228F50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E22B03-615F-0828-BB4C-55B9C2291FB1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21E466-D2E1-0E77-C8C6-035178DEDA77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C4E46C-4A28-B369-3F86-010071B1452A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26BCD7-0236-3B19-559A-459CB8F47608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BE061A-88B6-4A56-80B7-845452801051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C6739D-FF32-1BD5-DD55-9DB4EC5670E8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AC9194-F808-666E-7E0D-E65C2B9FA419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B5FC9D-188B-FBC8-98B6-AAF06EB76655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11A7F6-FE6B-E507-7EEF-16DB1BBA76FB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A289AB-D0C9-E4F6-E413-8C53013620FC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5F086B-4EEF-FA7D-3C73-D40D12958543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1B87B5-B736-7AD4-86E7-25CC2FD6CB30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DAF582-98C6-9EFA-08D0-F56D349FC833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35DA9F-4423-75FF-1C95-674C268FF605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3D3710-9B43-F9A1-27EA-D372485A0774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39464D-37AB-9E08-9EE7-5D3BEB4AF299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484623-70CB-A842-4E39-010AE3F918BA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3F92AD-60A0-4105-D1EB-82F9B5005B81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0D9CC6-894E-BC79-7CF7-502DCB7695D6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978AD7-4B48-95D9-1E81-81CD6F756993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30CA4F-A984-9E0D-7D77-5F3076871056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0344DE-FAF0-4414-924E-94B2D6F439F1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C176F1-189F-2F6F-351C-8D421C0535BE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3C5CFF-F5F2-C820-D565-71DEB794F3EE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9FAB36-63E9-870B-3DAB-01A85A8DECB0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9E791A-8C65-AFD2-B20F-7CABF513F696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DF39D9-CE9B-84CE-5DD1-71D08ADEB5E3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00E15E-FC56-588E-F2C9-246538A6C1C6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645A04-3AAD-9311-BC54-5B1C50202119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E02E3BC-0DF6-6D3B-EDD4-55ED53507FB6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C444E0-EF1A-36D7-16C0-DCBA857B9232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232EBE-4104-1BC8-F1ED-80F5BE18ED6B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3695D4-24DB-DB6F-58C2-4417831C7542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C42D1D-4258-DC44-7E67-2E15A57DAC78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9ACBA5-5F50-A200-1503-32D8434BD96D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3429EA-7F81-745E-74B7-F93947D80675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E4588-50A0-4D8F-82AE-28546A983250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3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UADQWER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A6C2D07-05C6-75E6-0D9B-72F1877AB488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287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29D4-301F-CDB3-7E9F-CCE952B1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8635459D-23AB-3354-E3B4-EAF99614D65D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479D3-F7F3-179D-C87D-9E29598291E1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0574E-AD6F-A063-8894-472C4BDEF22E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9ABD7-D999-9B59-282A-FBEA8AB5B9C3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5F514-50CB-DA99-D0D2-3E5CF6DDCCC4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1BD3C-9969-5170-0504-3948E22BC4FD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06695-C5EC-BD37-5232-64EDF89C60DA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6FD56-BB45-9AC7-06D3-F9448411CABA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E58FD5-FFED-26DF-E49E-0A5244F95E78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2A8B1-3F0E-6F0C-0512-0EE40F8A2578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50A1F-5024-15DE-9411-496622CDF4E5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5464E-4EBD-4B36-CAE1-7C4C38E45F04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39218-F6F2-F411-3D9E-F7E9D3AB31C1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BE4A9-827F-C4AE-B7E7-50126C3FADC9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48804B-99A1-D828-B858-C25A1DFF183A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75AE63-3AF8-5CE1-47D6-8C1CF214F367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C33E39-3E6E-EC34-8967-C656396AC578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4D49FD-8A8C-3678-611D-5D572CCE4409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D55B0-492F-9398-0EE4-1A12CBE1DA15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42828A-DDD3-404B-6C47-D5F8FE99ED18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751E3-4CF6-0EC8-6955-E603DDFD98CC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AE4F12-C828-DE55-7D4B-866049BCAD73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331BE5-821D-1EE2-0FB2-A6A275C5C86A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F4C7B4-876C-B20C-7548-943D7FF43B69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780103-4393-42A4-E45F-073DEE9D809D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814BB5-D927-471D-4617-D3CF9688F494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E2EC41-C1A6-78D4-EF00-1646907FD20D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FC109E-C6D8-FD40-E075-4656D0C60B6C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7EC82D-AB57-ABBF-A4D0-8B0AC83D5333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B9F897-2464-B20C-3DBB-83282066ECAC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61635C-1598-8C20-4B07-EAE5BB19DB7C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692F0F-B10D-121C-2AC8-DB8C2A964E76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9B058E-FA8E-73D1-125B-DE440D0B2D2F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C15CD4-D3AA-5AC6-6DCD-3B5F474B1B9D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D41CED-9202-17C6-FFA7-2256196ADFD4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FE1842-E34E-9053-B54D-80874A43E533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7E6C16-6151-2D58-AEDB-AA35ACF94E5A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5BB335-057F-BA26-2879-2950115E0BAE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0FF9AD-0F7E-B132-E318-3C18290DD64B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888D38-3BBD-DFB1-5C18-A9C8EBA57356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FFF3A8-CC43-2DFC-10EE-83F14F8E613E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B1B73E-2FBE-6FDE-6491-A3924B199651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02A46-1730-9A4F-6388-A84A2C89299E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8E175A-04BF-F187-3B17-FE4C13805B2A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B6556A-FBD5-4B48-DF57-66CDF0A1150A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B07FEA-B655-08F3-0645-46F565A7CD70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F070F8-6C3B-4DA5-B3E3-1D2F09F8DE0A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F8C1B-9E2B-4515-6CB4-68201063B4A9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44C375-1ADB-DD75-142C-B3859B829DE5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9035CF-819F-E4EC-14B9-67DCC0B39836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F2D6AA-C566-832F-1CDA-6A7C9B1E4AE7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B1492E-FFF5-8C4A-ACE1-6915345BCA25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D9E4D1-CE35-0A9A-C37B-A3D469C88BC0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39FADD-CB2E-D70A-1112-A0AA1DE3A754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A6AA61-E27A-21A2-002E-9CC3433DD712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DBBE07-F877-334D-D4CA-D128BC4EA017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368975-ED20-D0AB-A659-02388BFB54E9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0BFCBB-7F92-DC0B-0C73-023EE32E99A2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407040-B1C2-7F2E-75D4-17AF5ECD23CC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E8D009-8310-8DA9-26B8-CFF7645CF451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F21505-1046-4E3F-E9BB-C95633238B0E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06C4B-BF24-343A-383B-EF388BD312F7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4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EASCKIY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8931E9D-7F6A-A9C7-4A87-24872C4082B7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4891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F0B7D-8B52-75B8-749C-EEF527DF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848C5744-6203-2D51-CBBF-F09FC8EB608F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9DF87-BD8D-95EE-A617-019256678012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B426C-51E9-94E5-AD0D-B5F77917DD97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BF7A-C045-5F53-0F67-994EEFD86BE6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5238B-8700-988A-1AA6-4264E98DA5EF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FA667-5DE2-77BB-B41C-F0462EBADFB5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FBB8D-8F66-A13E-606D-BBBA57119DA9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FDCEE-8C19-EE33-DB2B-3D3C0477484C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5E2C5-D27D-459D-6DA5-5D6988D8E7D8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4BB14-0EA6-9A51-748B-52BA82AE1C5E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45FED-A6B8-7E83-7742-FAA8FB41C1D6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83F113-B988-7FEF-C001-93847AD133DE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7F4952-900E-4667-74B5-8C62291DC70D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5E7B91-E367-FA6E-DF61-F61EF37EA60F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4924A7-2023-EB37-EBA6-F69CB05DF8E5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779CA6-3D6D-BBCF-D304-C21E6C505378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278559-A149-2ABC-294D-E9D73A318DED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5953B0-8380-6F3A-862D-C91F0A4A5363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F2214D-1029-6842-1403-CAEEDF615F62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02547F-0072-2553-BA55-9900B06C92DF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53D90D-44EF-E785-09A2-A7A4FF4ABC6A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893A91-A7E9-9DBE-003B-F10EF51BD406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F25A22-4743-D6AB-27B4-06AF78599DC4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7E9341-9CB5-B8D9-655C-D65E8C966D10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2B3FCD-1FB1-A892-103F-752390568742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178E67-538A-B683-C06A-5BECD4535A5C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CF9682-5887-FD16-B4D1-69012CDF9571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4EFE20-CA8D-EA1F-E136-1DE59B5BDCE9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41E5C5-F241-9EC0-3784-E42CCD11B548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8D127E-D42C-AB0F-2599-0FC7920BDF12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5FCDAF-9614-7271-3673-B557A952D8E4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78A443-B65F-5248-B9A3-30889B12A197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8A1106-BFF6-5929-0B87-5889820A1CE0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227FF1-1479-85EF-8116-AD5035878801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1695B1-AB65-7024-38B6-EB81A7FE8CFB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1212B4-24F5-18FD-CFA5-0F69AFD1F940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EEAFDB-BBD4-0C22-E506-2392DA58548B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D581ED-AC9A-3C39-1EDA-E337C8516B68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7BCA2F-DD76-EA12-8974-70AD75530BD3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F35B3A-3AE9-DFA3-B76A-4B1B4877F920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C512B9-CDC8-8C43-5C7D-5DEC9F7B371A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60F966-0798-42C7-E8BF-A60E8A4AD5A3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E67495-E389-7F0E-5507-BFA5BFCF9FEC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AF566F-AA44-921E-69D5-6E33829CBE40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807E1C-758E-31DC-843B-9E752FC168B9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FAFDB-337E-4F3F-3106-67374DF10896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206BAD-8421-9D5A-FD6B-27086E9252FA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20EFC2-B605-58F5-B038-02E9F2023845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739463-E21E-4897-9A09-14EC870347A2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2662AF6-3173-2E51-8BBD-5904B197D8DA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9D140E-69E5-C774-6C06-ECC0041B7201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F6EEBA-1C46-1383-7FE6-4D16EF931A24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77A4EA-C8E6-B531-87C6-B8974925B3FA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490C0D-2ADA-D4DF-69C7-043822011ED8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1A4B98-5D09-B945-5EEF-751E1F5A2A90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E49EAA8-9308-1651-A75E-BA4EC9D25A9A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2670B0-68A0-669B-2A7F-BA387AB75C33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2333A-34AF-247B-BB63-2D2CF96EB6F1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544E96-647D-8DFC-D1AA-C4FEB64F4F2E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1FB6CA-ED89-2A82-5D97-9E39805543E7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1F00E9-3B8B-EFC1-DD28-67A555C09F73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2D017-B104-0975-8E06-164B561915EE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5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OADMHUP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C620783-A236-5C96-F7D5-BB7467F47D14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4595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D8B0-76A1-A8F8-679D-10484EA6C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AEBFA788-EA90-CFD9-7277-9EC1D1265CBC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E9CE9-3567-8036-0423-D0ACE2ADFBA4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BBE97-1276-CB69-071C-F87938B2017F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6911D-98EE-F212-E325-26B61C459F8D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F99D3-C1FB-3716-7779-3A91B0AF98A3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031F8-7DEE-70B7-7336-21971EA305FE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640180-40D3-92DC-86BC-513D9DC49E95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F7D95-B5D0-BFD1-25EB-BC3C33829C63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10B08-6608-18D0-E745-B206EBDA8B49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B3E6E-ACE6-54A6-30DD-2E000B7B84A1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E90E2-3F9E-29D6-8B9F-356EDBE4CB78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D9046-DBD3-197F-32B6-5ACA1BC51328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A32ED-359C-E1C3-CF20-5C251976CF39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6D5B3A-96A7-EBE8-B3A2-2ACAE4F0AB60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4D1E8F-2992-A41D-0953-58409FD27EF4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EB623-D2A6-4936-6C21-BBEE2F4AF3EE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2221BA-D64A-E2F8-53A4-F2275C490AF9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23994-463B-9393-7D58-C7CE9E087A2D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018181-301A-5599-8FD4-29FF9BC274BF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A5B0AE-1516-CA87-03A3-BC2013901186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A82663-1F91-AF9D-3D4C-BACE7DB9166A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CE0527-4796-6D55-8FBE-D98814B04AAF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A4C172-852C-EA14-C5D3-E941F2ABE723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675CED-468F-3B93-EE19-D8FA7AA24A35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39481C-594D-6FC6-2F8C-F4E86027AD24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16E6B3-9AAD-99F2-9A0B-6189653AF02D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0CF1F8-2A01-FE16-1EB9-C9D42912A6B0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5608FA-8C0D-2582-1E86-E4810E0C9D3A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95B810-1FE6-1201-22A6-3051BF0D6A70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79EE30-3CAB-61C6-6B07-CBBDDC66AC3B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D08AF9-6EBF-C2DA-B77B-CD948BE907F7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4DB173-45AA-EF08-9CEE-EA885CC9D55E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C12154-4C48-403F-3302-ACC5F4303C06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94DCE-A91E-6F9E-FED2-08B0BDCEDD92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E13CA7-D246-C363-C280-068B9A1BA4CB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E0FF99-176E-695C-B3EC-810FD1177D3B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6B4467-62A5-E18F-355B-63B875558BAB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9D9208-0946-041F-C9CC-438D8C306DAF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E0009E-F827-BF12-5828-DB39B0CD3276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40F730-523B-C6B6-6FB8-A38B556352CC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3A5BDB-46EF-5388-7322-7ED3B11C6372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D77EC6-8D80-F9B2-5388-696BF8F28E32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6D03698-3DC6-55DF-FC8D-5A29DE5786B6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5BD4D3-6758-7860-AAD5-F06EA1050FBF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D4DB79-F232-79CD-55A5-6E11DB9FD684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C5D29B-9F9E-1ACD-8CD1-DE40FED3B6F4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F5C622-E1DF-453B-A9EB-4945FEBDB837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EAB0C4-EA79-AD96-2270-E4747FE5C7E5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AE87D7-54D6-BC0B-8B46-BC951440B259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ACAF70-8B7A-A88B-4D2F-DF5A3C40BFF7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79B5A7-89EE-CC2A-9A3C-86ACA46611EC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557D84-B289-6EFD-D5DD-8117350CF03B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DFA983-3641-53FA-8CD6-DC5D9299E84A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82E623-C653-C2D3-71C9-3A845CBED03E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0855CD-6FB7-9B70-CC7C-5DD328FD72CE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51BA63-9D6C-352F-8600-2786EFDACF52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4560CE-A117-2536-1CEE-DDEE67AF2F3C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B2820B-20F6-5724-8F39-24BF2795AE14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0543B4-CD53-680B-E889-9BE6482863E6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E9767E-CEC3-BEAD-E3A5-BAE7EE40D72E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DD288A-CE70-2301-0393-0C6746B140AB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2F8777-2CF8-5D35-ABA1-F4794C1628EB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6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OELHMAZ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E74F860-2849-0ED2-4CA3-8A3888F9A7DE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866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5BDC-2E89-42A0-DE6C-499F21D3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63FECAE8-BB2F-1B2E-7829-802C3A601A76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5B009-A7A9-60CA-65DF-4533A39587CB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FB68A-8320-17C1-9DB9-A6B4E3DE6D8E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8511D-C03F-4BAF-53FD-C20591F2F2E8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D582B-C657-5A2D-5B6C-C0F08CD807FF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88DFE-BC9B-D24A-9C7D-87BE54CEC02C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05140-1ECD-2F1F-34E7-ED75FE9F3FD3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0FE32-AB6C-7281-20EC-56C40ABDF61D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600CA-5E98-5AFB-7623-4B6D0A3B6080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41682-7538-3EA8-6CFC-D804A9AABAF7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F0076-17CB-77D1-E45C-628F0E4113E0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57F92B-BB07-A86E-5485-F8320C8A7559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4B8266-9A77-7848-3967-A1CF646359CD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6558A-A5CC-D9C5-B5B5-1535825A9651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942C2-7F1B-0879-E809-BCBA30F7EEF3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679A03-BF14-B799-E8FE-5450AE028C56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340F66-C4C3-DB21-36BF-24541B37DAB2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27D32-0915-38E0-0BD7-E97714B84FDD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740666-87B2-555C-8D08-077EC5B167CA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B9A8A8-B090-5D04-EAB0-F44D29CE3BA9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00B6D3-5D01-F063-B1E8-99038C52A1CC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F5B137-6DE5-61B8-EAEF-5F3E615C81B2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9F95E4-C896-42C3-37BD-43CCC0619C15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55CDCA-EAF8-8546-476A-6F35198EB4BC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1DB61A-1891-571B-C7D1-6C55975E727B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4874FE-16B2-9B2F-D974-B67CC309B5A4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0D7365-88B5-EAFC-950A-B8A03027CBB3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757D78-5B24-0585-350A-77A5422C8665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B64B58-F32D-05CC-213C-D646F3AFE274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BC8802-CA89-B57D-1771-7C0490A044DE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D8F779-0717-9839-F286-4B3FA5D9EC9C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6C7525-68AE-0845-9E1D-8B767B8EEC1A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E0ACC-C417-EC74-E343-354CC37515E3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88A2B0-68CA-6B54-32B6-4CF9C4D5EB5E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3BC68B-9875-4DE7-A8F7-1358D3514210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F56DB-9372-2899-3EA4-F31F42B39B4A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C6A847-4EF5-E522-2932-11249B4BBAFE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E1767A-CFA2-1373-33F9-8F6D31A6D2C7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570657-CEA7-DC94-8386-D874A62DC00E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16B4F92-BEAE-D77B-2245-C3FFFFCC9E24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7E580F-EDBD-5961-9D5D-C7AD877B390C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DA456F-2B6A-35C4-F6DA-A1D16D803457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2AAE22-C81A-1EA7-939B-9257A8FF7620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6F98BF-2F60-C059-8323-A3536FFCECA4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788FE8-ADB3-E5A3-CF8E-D85F36214D28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7174F1-9C3D-2982-A91F-7858563DBA3D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56B5A9-2CFB-B8BD-13C0-A57F06B8A259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23D565-044E-0046-B9CB-F59B51A8D010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F733DD-E49C-71B5-5713-C05B6788BF8D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B3FC1-E87E-A07B-59C6-04F0B6CC868D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8CD7CC-2E7D-3561-5AE5-6BC08A9945BF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E9A2A1-76BC-2852-58FE-5E76EF730E3E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0A1977-20DF-3AA0-66C9-16715A29B21B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52E9E9-15FF-5EF5-8C74-C12FBF467D61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00B09F-C58D-721C-2507-CFD292D73433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D1C8C5-43E4-EB7D-1C1A-82E5E7E174BC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508290-ECD2-E574-C296-8CA7B840E876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B037FC-610C-ED90-4719-93550B766901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94544A-EB74-A7A6-DB98-AF79B06F812A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58A442B-24D9-2B8E-2123-3DD4C656E2BD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73BB7D-208C-8F54-408D-CDEE2BFADEEF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4CA91-D609-70E1-34CE-4BBB9A281934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7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OASFKEV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989C098-F450-652E-FD40-2A88ADF77513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078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7BD9-DAD5-13C0-47D5-6B8214BC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86F367CF-CF4B-53AC-11CD-03B6C826CD92}"/>
              </a:ext>
            </a:extLst>
          </p:cNvPr>
          <p:cNvSpPr/>
          <p:nvPr/>
        </p:nvSpPr>
        <p:spPr>
          <a:xfrm>
            <a:off x="3348037" y="3027714"/>
            <a:ext cx="5495925" cy="3216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DF22D-B880-1180-FEF2-5F5CF2CFD720}"/>
              </a:ext>
            </a:extLst>
          </p:cNvPr>
          <p:cNvSpPr txBox="1"/>
          <p:nvPr/>
        </p:nvSpPr>
        <p:spPr>
          <a:xfrm>
            <a:off x="5362072" y="36954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CD112-066E-5874-AAEC-F3B3460868CA}"/>
              </a:ext>
            </a:extLst>
          </p:cNvPr>
          <p:cNvSpPr txBox="1"/>
          <p:nvPr/>
        </p:nvSpPr>
        <p:spPr>
          <a:xfrm>
            <a:off x="5385884" y="37045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AAFC6A-3D93-242E-F3FC-FCD92CC1899B}"/>
              </a:ext>
            </a:extLst>
          </p:cNvPr>
          <p:cNvSpPr txBox="1"/>
          <p:nvPr/>
        </p:nvSpPr>
        <p:spPr>
          <a:xfrm>
            <a:off x="5362072" y="371754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40629-FC6A-5DAD-FA93-0C29D657BFC0}"/>
              </a:ext>
            </a:extLst>
          </p:cNvPr>
          <p:cNvSpPr txBox="1"/>
          <p:nvPr/>
        </p:nvSpPr>
        <p:spPr>
          <a:xfrm>
            <a:off x="5375178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1146A-BEE7-09AA-9F76-356DED2598C4}"/>
              </a:ext>
            </a:extLst>
          </p:cNvPr>
          <p:cNvSpPr txBox="1"/>
          <p:nvPr/>
        </p:nvSpPr>
        <p:spPr>
          <a:xfrm>
            <a:off x="5362067" y="373966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C24EF-77CB-C7EC-7A61-919538B6CF06}"/>
              </a:ext>
            </a:extLst>
          </p:cNvPr>
          <p:cNvSpPr txBox="1"/>
          <p:nvPr/>
        </p:nvSpPr>
        <p:spPr>
          <a:xfrm>
            <a:off x="5345404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738AC-429F-6897-FADA-86534197387B}"/>
              </a:ext>
            </a:extLst>
          </p:cNvPr>
          <p:cNvSpPr txBox="1"/>
          <p:nvPr/>
        </p:nvSpPr>
        <p:spPr>
          <a:xfrm>
            <a:off x="5351957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E79C3-F506-7644-CB9E-182E71CA0BA8}"/>
              </a:ext>
            </a:extLst>
          </p:cNvPr>
          <p:cNvSpPr txBox="1"/>
          <p:nvPr/>
        </p:nvSpPr>
        <p:spPr>
          <a:xfrm>
            <a:off x="5354913" y="372883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CB207-1347-0AF2-6330-3F6DFAA212E0}"/>
              </a:ext>
            </a:extLst>
          </p:cNvPr>
          <p:cNvSpPr txBox="1"/>
          <p:nvPr/>
        </p:nvSpPr>
        <p:spPr>
          <a:xfrm>
            <a:off x="5371581" y="37489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75799-3B82-1D38-C76C-2D4CB82CA80B}"/>
              </a:ext>
            </a:extLst>
          </p:cNvPr>
          <p:cNvSpPr txBox="1"/>
          <p:nvPr/>
        </p:nvSpPr>
        <p:spPr>
          <a:xfrm>
            <a:off x="5393025" y="373771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D26B4D-500D-C93A-3617-E2C479C435CB}"/>
              </a:ext>
            </a:extLst>
          </p:cNvPr>
          <p:cNvSpPr txBox="1"/>
          <p:nvPr/>
        </p:nvSpPr>
        <p:spPr>
          <a:xfrm>
            <a:off x="5362062" y="371949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3C1194-ADD9-C03F-BAA9-9297E10DAA30}"/>
              </a:ext>
            </a:extLst>
          </p:cNvPr>
          <p:cNvSpPr txBox="1"/>
          <p:nvPr/>
        </p:nvSpPr>
        <p:spPr>
          <a:xfrm>
            <a:off x="5358510" y="37394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7E6914-FC42-DB16-9091-83C9803D0C6B}"/>
              </a:ext>
            </a:extLst>
          </p:cNvPr>
          <p:cNvSpPr txBox="1"/>
          <p:nvPr/>
        </p:nvSpPr>
        <p:spPr>
          <a:xfrm>
            <a:off x="5358484" y="37063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77F36F-541A-7C47-C8B0-F7794766494A}"/>
              </a:ext>
            </a:extLst>
          </p:cNvPr>
          <p:cNvSpPr txBox="1"/>
          <p:nvPr/>
        </p:nvSpPr>
        <p:spPr>
          <a:xfrm>
            <a:off x="5378724" y="371277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C16B0-CA0A-F1A4-D1AF-DEFCAB66A7CE}"/>
              </a:ext>
            </a:extLst>
          </p:cNvPr>
          <p:cNvSpPr txBox="1"/>
          <p:nvPr/>
        </p:nvSpPr>
        <p:spPr>
          <a:xfrm>
            <a:off x="5350164" y="369369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220A9-3573-6B53-0F70-E8CB032E3FAD}"/>
              </a:ext>
            </a:extLst>
          </p:cNvPr>
          <p:cNvSpPr txBox="1"/>
          <p:nvPr/>
        </p:nvSpPr>
        <p:spPr>
          <a:xfrm>
            <a:off x="5367984" y="369065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7DAB2B-0380-2AE5-0128-48571C9488A1}"/>
              </a:ext>
            </a:extLst>
          </p:cNvPr>
          <p:cNvSpPr txBox="1"/>
          <p:nvPr/>
        </p:nvSpPr>
        <p:spPr>
          <a:xfrm>
            <a:off x="5364387" y="374279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DB5E0-D0A6-FD8F-CC4D-B0BD06312610}"/>
              </a:ext>
            </a:extLst>
          </p:cNvPr>
          <p:cNvSpPr txBox="1"/>
          <p:nvPr/>
        </p:nvSpPr>
        <p:spPr>
          <a:xfrm>
            <a:off x="5367984" y="37365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D8919A-0FCB-4DEB-B518-1D7D5B4A69D4}"/>
              </a:ext>
            </a:extLst>
          </p:cNvPr>
          <p:cNvSpPr txBox="1"/>
          <p:nvPr/>
        </p:nvSpPr>
        <p:spPr>
          <a:xfrm>
            <a:off x="5365018" y="373408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E74986-F037-8FF8-9897-FF44D1D52CBE}"/>
              </a:ext>
            </a:extLst>
          </p:cNvPr>
          <p:cNvSpPr txBox="1"/>
          <p:nvPr/>
        </p:nvSpPr>
        <p:spPr>
          <a:xfrm>
            <a:off x="5378724" y="371826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194BC2-339E-1F2E-8739-502D20EB1E44}"/>
              </a:ext>
            </a:extLst>
          </p:cNvPr>
          <p:cNvSpPr txBox="1"/>
          <p:nvPr/>
        </p:nvSpPr>
        <p:spPr>
          <a:xfrm>
            <a:off x="5337656" y="371010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178B0C-F61B-0C40-2DBA-2306E478C499}"/>
              </a:ext>
            </a:extLst>
          </p:cNvPr>
          <p:cNvSpPr txBox="1"/>
          <p:nvPr/>
        </p:nvSpPr>
        <p:spPr>
          <a:xfrm>
            <a:off x="5344807" y="37413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542DAC-997E-631B-023A-998D27B4B7EA}"/>
              </a:ext>
            </a:extLst>
          </p:cNvPr>
          <p:cNvSpPr txBox="1"/>
          <p:nvPr/>
        </p:nvSpPr>
        <p:spPr>
          <a:xfrm>
            <a:off x="5318004" y="374422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7FF078-F2A0-CA51-D749-E2C818D4FA6C}"/>
              </a:ext>
            </a:extLst>
          </p:cNvPr>
          <p:cNvSpPr txBox="1"/>
          <p:nvPr/>
        </p:nvSpPr>
        <p:spPr>
          <a:xfrm>
            <a:off x="5384011" y="374258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6FEF3F-5B06-AD0A-1545-CF8A17936F7B}"/>
              </a:ext>
            </a:extLst>
          </p:cNvPr>
          <p:cNvSpPr txBox="1"/>
          <p:nvPr/>
        </p:nvSpPr>
        <p:spPr>
          <a:xfrm>
            <a:off x="5334981" y="371389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BFDC34-D95A-0BD4-49F6-F5891DC66978}"/>
              </a:ext>
            </a:extLst>
          </p:cNvPr>
          <p:cNvSpPr txBox="1"/>
          <p:nvPr/>
        </p:nvSpPr>
        <p:spPr>
          <a:xfrm>
            <a:off x="5343995" y="370058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208EBD-D3D5-595C-13E8-71D5AF0399BA}"/>
              </a:ext>
            </a:extLst>
          </p:cNvPr>
          <p:cNvSpPr txBox="1"/>
          <p:nvPr/>
        </p:nvSpPr>
        <p:spPr>
          <a:xfrm>
            <a:off x="5341816" y="374916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C15CC3-A51E-DEF6-A670-48C47A913066}"/>
              </a:ext>
            </a:extLst>
          </p:cNvPr>
          <p:cNvSpPr txBox="1"/>
          <p:nvPr/>
        </p:nvSpPr>
        <p:spPr>
          <a:xfrm>
            <a:off x="5372197" y="37364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9B9775-FC4B-90E0-D6F7-54CC19F8E980}"/>
              </a:ext>
            </a:extLst>
          </p:cNvPr>
          <p:cNvSpPr txBox="1"/>
          <p:nvPr/>
        </p:nvSpPr>
        <p:spPr>
          <a:xfrm>
            <a:off x="5358792" y="376118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9AD349-A918-539B-755C-578048EAAD52}"/>
              </a:ext>
            </a:extLst>
          </p:cNvPr>
          <p:cNvSpPr txBox="1"/>
          <p:nvPr/>
        </p:nvSpPr>
        <p:spPr>
          <a:xfrm>
            <a:off x="5354314" y="3736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F25D22-41EF-0BA9-19B1-931239060F5D}"/>
              </a:ext>
            </a:extLst>
          </p:cNvPr>
          <p:cNvSpPr txBox="1"/>
          <p:nvPr/>
        </p:nvSpPr>
        <p:spPr>
          <a:xfrm>
            <a:off x="5334981" y="379474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4539F6-F7A6-8AA8-FEFD-AF0722BE6E57}"/>
              </a:ext>
            </a:extLst>
          </p:cNvPr>
          <p:cNvSpPr txBox="1"/>
          <p:nvPr/>
        </p:nvSpPr>
        <p:spPr>
          <a:xfrm>
            <a:off x="5320962" y="3751761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CC96AC0-FFB2-8C1F-30C6-894AEB225BEE}"/>
              </a:ext>
            </a:extLst>
          </p:cNvPr>
          <p:cNvSpPr txBox="1"/>
          <p:nvPr/>
        </p:nvSpPr>
        <p:spPr>
          <a:xfrm>
            <a:off x="5340264" y="376398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A9F908-5114-2ECC-3591-365F507F4C6A}"/>
              </a:ext>
            </a:extLst>
          </p:cNvPr>
          <p:cNvSpPr txBox="1"/>
          <p:nvPr/>
        </p:nvSpPr>
        <p:spPr>
          <a:xfrm>
            <a:off x="5359714" y="375424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A27277-2771-01FD-D825-589AE545C0A8}"/>
              </a:ext>
            </a:extLst>
          </p:cNvPr>
          <p:cNvSpPr txBox="1"/>
          <p:nvPr/>
        </p:nvSpPr>
        <p:spPr>
          <a:xfrm>
            <a:off x="5331103" y="37153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4BDB25-A449-75E0-7998-17A872EA09E4}"/>
              </a:ext>
            </a:extLst>
          </p:cNvPr>
          <p:cNvSpPr txBox="1"/>
          <p:nvPr/>
        </p:nvSpPr>
        <p:spPr>
          <a:xfrm>
            <a:off x="5367984" y="376962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33E5E-F675-3052-B7C2-D8285978CC91}"/>
              </a:ext>
            </a:extLst>
          </p:cNvPr>
          <p:cNvSpPr txBox="1"/>
          <p:nvPr/>
        </p:nvSpPr>
        <p:spPr>
          <a:xfrm>
            <a:off x="5344944" y="375322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DBA9FD-FDD7-98DC-9BF3-84C07AF142A0}"/>
              </a:ext>
            </a:extLst>
          </p:cNvPr>
          <p:cNvSpPr txBox="1"/>
          <p:nvPr/>
        </p:nvSpPr>
        <p:spPr>
          <a:xfrm>
            <a:off x="5349450" y="375901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474510-AB37-E501-8DA7-8A9B9A155E6D}"/>
              </a:ext>
            </a:extLst>
          </p:cNvPr>
          <p:cNvSpPr txBox="1"/>
          <p:nvPr/>
        </p:nvSpPr>
        <p:spPr>
          <a:xfrm>
            <a:off x="5375618" y="373551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63994F-B760-B3D2-68F0-AF87F9E64DC4}"/>
              </a:ext>
            </a:extLst>
          </p:cNvPr>
          <p:cNvSpPr txBox="1"/>
          <p:nvPr/>
        </p:nvSpPr>
        <p:spPr>
          <a:xfrm>
            <a:off x="5369203" y="374822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95654D-49D7-0D33-A3ED-C894DC5CAA35}"/>
              </a:ext>
            </a:extLst>
          </p:cNvPr>
          <p:cNvSpPr txBox="1"/>
          <p:nvPr/>
        </p:nvSpPr>
        <p:spPr>
          <a:xfrm>
            <a:off x="5349947" y="37372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F578B7-A250-0A60-44EF-72F3F9D0B126}"/>
              </a:ext>
            </a:extLst>
          </p:cNvPr>
          <p:cNvSpPr txBox="1"/>
          <p:nvPr/>
        </p:nvSpPr>
        <p:spPr>
          <a:xfrm>
            <a:off x="5389443" y="370385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2DF5AF-145E-C5DF-5B1D-FF35C3A64DA4}"/>
              </a:ext>
            </a:extLst>
          </p:cNvPr>
          <p:cNvSpPr txBox="1"/>
          <p:nvPr/>
        </p:nvSpPr>
        <p:spPr>
          <a:xfrm>
            <a:off x="5343671" y="374770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7BC941-CFAF-0E17-AC0C-D8D390A87363}"/>
              </a:ext>
            </a:extLst>
          </p:cNvPr>
          <p:cNvSpPr txBox="1"/>
          <p:nvPr/>
        </p:nvSpPr>
        <p:spPr>
          <a:xfrm>
            <a:off x="5312544" y="37543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2CCBC4-91E5-76FB-B38B-82FDC8A8B4F7}"/>
              </a:ext>
            </a:extLst>
          </p:cNvPr>
          <p:cNvSpPr txBox="1"/>
          <p:nvPr/>
        </p:nvSpPr>
        <p:spPr>
          <a:xfrm>
            <a:off x="5314407" y="375289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D95893-D024-0F79-0607-79698272FE60}"/>
              </a:ext>
            </a:extLst>
          </p:cNvPr>
          <p:cNvSpPr txBox="1"/>
          <p:nvPr/>
        </p:nvSpPr>
        <p:spPr>
          <a:xfrm>
            <a:off x="5318952" y="378727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0F0ABF-CDD9-99BD-FC0F-76DE2CA1C63C}"/>
              </a:ext>
            </a:extLst>
          </p:cNvPr>
          <p:cNvSpPr txBox="1"/>
          <p:nvPr/>
        </p:nvSpPr>
        <p:spPr>
          <a:xfrm>
            <a:off x="5357327" y="375352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36E3B6-802E-23F4-D9AB-310C953D4D24}"/>
              </a:ext>
            </a:extLst>
          </p:cNvPr>
          <p:cNvSpPr txBox="1"/>
          <p:nvPr/>
        </p:nvSpPr>
        <p:spPr>
          <a:xfrm>
            <a:off x="5323907" y="372896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C83211-39A7-0943-5F99-3378665CB993}"/>
              </a:ext>
            </a:extLst>
          </p:cNvPr>
          <p:cNvSpPr txBox="1"/>
          <p:nvPr/>
        </p:nvSpPr>
        <p:spPr>
          <a:xfrm>
            <a:off x="5338117" y="3773639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5202A0-7940-C7DD-3700-C3F92C25EFB0}"/>
              </a:ext>
            </a:extLst>
          </p:cNvPr>
          <p:cNvSpPr txBox="1"/>
          <p:nvPr/>
        </p:nvSpPr>
        <p:spPr>
          <a:xfrm>
            <a:off x="5342410" y="372109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3D4A46-5E14-65E7-A57D-B262AA1A77D7}"/>
              </a:ext>
            </a:extLst>
          </p:cNvPr>
          <p:cNvSpPr txBox="1"/>
          <p:nvPr/>
        </p:nvSpPr>
        <p:spPr>
          <a:xfrm>
            <a:off x="5363927" y="3736160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6DF662-5B69-F1C6-25D5-C32FCAB50E14}"/>
              </a:ext>
            </a:extLst>
          </p:cNvPr>
          <p:cNvSpPr txBox="1"/>
          <p:nvPr/>
        </p:nvSpPr>
        <p:spPr>
          <a:xfrm>
            <a:off x="5348764" y="375308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B01099-864A-FD57-7F85-6B359E849471}"/>
              </a:ext>
            </a:extLst>
          </p:cNvPr>
          <p:cNvSpPr txBox="1"/>
          <p:nvPr/>
        </p:nvSpPr>
        <p:spPr>
          <a:xfrm>
            <a:off x="5338117" y="373531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B089B9-85BB-6145-4502-A3A7EBBAFF30}"/>
              </a:ext>
            </a:extLst>
          </p:cNvPr>
          <p:cNvSpPr txBox="1"/>
          <p:nvPr/>
        </p:nvSpPr>
        <p:spPr>
          <a:xfrm>
            <a:off x="5338117" y="3764747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58EC35-F29C-EA78-9EEB-6FC7E7BACBA1}"/>
              </a:ext>
            </a:extLst>
          </p:cNvPr>
          <p:cNvSpPr txBox="1"/>
          <p:nvPr/>
        </p:nvSpPr>
        <p:spPr>
          <a:xfrm>
            <a:off x="5367984" y="3733842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C2FA28-D274-3261-6F04-5039DD16F585}"/>
              </a:ext>
            </a:extLst>
          </p:cNvPr>
          <p:cNvSpPr txBox="1"/>
          <p:nvPr/>
        </p:nvSpPr>
        <p:spPr>
          <a:xfrm>
            <a:off x="5363656" y="372114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B12918-1F3C-C6C5-9747-295479468E1D}"/>
              </a:ext>
            </a:extLst>
          </p:cNvPr>
          <p:cNvSpPr txBox="1"/>
          <p:nvPr/>
        </p:nvSpPr>
        <p:spPr>
          <a:xfrm>
            <a:off x="5350839" y="3761143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792C59-CBF0-6632-068D-40CAE0AB5352}"/>
              </a:ext>
            </a:extLst>
          </p:cNvPr>
          <p:cNvSpPr txBox="1"/>
          <p:nvPr/>
        </p:nvSpPr>
        <p:spPr>
          <a:xfrm>
            <a:off x="5344455" y="3767034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A7BE3E-7FEC-161E-56CF-B5A059818BA4}"/>
              </a:ext>
            </a:extLst>
          </p:cNvPr>
          <p:cNvSpPr txBox="1"/>
          <p:nvPr/>
        </p:nvSpPr>
        <p:spPr>
          <a:xfrm>
            <a:off x="5350812" y="3697035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0D88FEF-7DF2-0AEA-65AC-BA76C07E259B}"/>
              </a:ext>
            </a:extLst>
          </p:cNvPr>
          <p:cNvSpPr txBox="1"/>
          <p:nvPr/>
        </p:nvSpPr>
        <p:spPr>
          <a:xfrm>
            <a:off x="5344252" y="3754346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EF8D0-7E45-3D7B-AD02-C295E7123139}"/>
              </a:ext>
            </a:extLst>
          </p:cNvPr>
          <p:cNvSpPr txBox="1"/>
          <p:nvPr/>
        </p:nvSpPr>
        <p:spPr>
          <a:xfrm>
            <a:off x="3352799" y="540157"/>
            <a:ext cx="5495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Round # 8</a:t>
            </a:r>
            <a:endParaRPr lang="en-US" sz="4000" b="0" dirty="0">
              <a:effectLst/>
            </a:endParaRPr>
          </a:p>
          <a:p>
            <a:pPr algn="ctr"/>
            <a:br>
              <a:rPr lang="en-US" sz="4000" b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Experimental Round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4D64710-628F-CA8C-F31B-2C054FD40542}"/>
              </a:ext>
            </a:extLst>
          </p:cNvPr>
          <p:cNvSpPr txBox="1"/>
          <p:nvPr/>
        </p:nvSpPr>
        <p:spPr>
          <a:xfrm>
            <a:off x="5382633" y="3745998"/>
            <a:ext cx="16439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074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1500">
        <p14:reveal/>
      </p:transition>
    </mc:Choice>
    <mc:Fallback xmlns="">
      <p:transition advClick="0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0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10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900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2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3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2000"/>
                            </p:stCondLst>
                            <p:childTnLst>
                              <p:par>
                                <p:cTn id="13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0"/>
                            </p:stCondLst>
                            <p:childTnLst>
                              <p:par>
                                <p:cTn id="15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6000"/>
                            </p:stCondLst>
                            <p:childTnLst>
                              <p:par>
                                <p:cTn id="16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000"/>
                            </p:stCondLst>
                            <p:childTnLst>
                              <p:par>
                                <p:cTn id="16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8000"/>
                            </p:stCondLst>
                            <p:childTnLst>
                              <p:par>
                                <p:cTn id="17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9000"/>
                            </p:stCondLst>
                            <p:childTnLst>
                              <p:par>
                                <p:cTn id="17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000"/>
                            </p:stCondLst>
                            <p:childTnLst>
                              <p:par>
                                <p:cTn id="18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1000"/>
                            </p:stCondLst>
                            <p:childTnLst>
                              <p:par>
                                <p:cTn id="19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3000"/>
                            </p:stCondLst>
                            <p:childTnLst>
                              <p:par>
                                <p:cTn id="20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0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5000"/>
                            </p:stCondLst>
                            <p:childTnLst>
                              <p:par>
                                <p:cTn id="21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6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6000"/>
                            </p:stCondLst>
                            <p:childTnLst>
                              <p:par>
                                <p:cTn id="22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7000"/>
                            </p:stCondLst>
                            <p:childTnLst>
                              <p:par>
                                <p:cTn id="22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8000"/>
                            </p:stCondLst>
                            <p:childTnLst>
                              <p:par>
                                <p:cTn id="23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9000"/>
                            </p:stCondLst>
                            <p:childTnLst>
                              <p:par>
                                <p:cTn id="23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0000"/>
                            </p:stCondLst>
                            <p:childTnLst>
                              <p:par>
                                <p:cTn id="24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41000"/>
                            </p:stCondLst>
                            <p:childTnLst>
                              <p:par>
                                <p:cTn id="25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2000"/>
                            </p:stCondLst>
                            <p:childTnLst>
                              <p:par>
                                <p:cTn id="25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43000"/>
                            </p:stCondLst>
                            <p:childTnLst>
                              <p:par>
                                <p:cTn id="26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4000"/>
                            </p:stCondLst>
                            <p:childTnLst>
                              <p:par>
                                <p:cTn id="26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7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46000"/>
                            </p:stCondLst>
                            <p:childTnLst>
                              <p:par>
                                <p:cTn id="2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6000"/>
                            </p:stCondLst>
                            <p:childTnLst>
                              <p:par>
                                <p:cTn id="28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47000"/>
                            </p:stCondLst>
                            <p:childTnLst>
                              <p:par>
                                <p:cTn id="28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8000"/>
                            </p:stCondLst>
                            <p:childTnLst>
                              <p:par>
                                <p:cTn id="29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49000"/>
                            </p:stCondLst>
                            <p:childTnLst>
                              <p:par>
                                <p:cTn id="29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50000"/>
                            </p:stCondLst>
                            <p:childTnLst>
                              <p:par>
                                <p:cTn id="30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1000"/>
                            </p:stCondLst>
                            <p:childTnLst>
                              <p:par>
                                <p:cTn id="3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1000"/>
                            </p:stCondLst>
                            <p:childTnLst>
                              <p:par>
                                <p:cTn id="31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52000"/>
                            </p:stCondLst>
                            <p:childTnLst>
                              <p:par>
                                <p:cTn id="31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3000"/>
                            </p:stCondLst>
                            <p:childTnLst>
                              <p:par>
                                <p:cTn id="32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4000"/>
                            </p:stCondLst>
                            <p:childTnLst>
                              <p:par>
                                <p:cTn id="32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5000"/>
                            </p:stCondLst>
                            <p:childTnLst>
                              <p:par>
                                <p:cTn id="33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56000"/>
                            </p:stCondLst>
                            <p:childTnLst>
                              <p:par>
                                <p:cTn id="3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6000"/>
                            </p:stCondLst>
                            <p:childTnLst>
                              <p:par>
                                <p:cTn id="341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7000"/>
                            </p:stCondLst>
                            <p:childTnLst>
                              <p:par>
                                <p:cTn id="347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58000"/>
                            </p:stCondLst>
                            <p:childTnLst>
                              <p:par>
                                <p:cTn id="353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9000"/>
                            </p:stCondLst>
                            <p:childTnLst>
                              <p:par>
                                <p:cTn id="35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vol="64000"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ixkit-alarm-tone-996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60000"/>
                            </p:stCondLst>
                            <p:childTnLst>
                              <p:par>
                                <p:cTn id="365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51" grpId="0"/>
      <p:bldP spid="51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4" grpId="0"/>
      <p:bldP spid="74" grpId="1"/>
      <p:bldP spid="128" grpId="0"/>
      <p:bldP spid="12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68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Click="0" advTm="2000">
        <p14:reveal/>
      </p:transition>
    </mc:Choice>
    <mc:Fallback xmlns="">
      <p:transition advClick="0" advTm="2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48C5F66-E6C2-5D3D-BCAC-68917894BA5D}"/>
              </a:ext>
            </a:extLst>
          </p:cNvPr>
          <p:cNvGrpSpPr/>
          <p:nvPr/>
        </p:nvGrpSpPr>
        <p:grpSpPr>
          <a:xfrm>
            <a:off x="1032709" y="1118370"/>
            <a:ext cx="4174354" cy="3352661"/>
            <a:chOff x="721302" y="417424"/>
            <a:chExt cx="4174354" cy="33526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E528E4-8E16-0397-9942-FF40CCBACCC6}"/>
                </a:ext>
              </a:extLst>
            </p:cNvPr>
            <p:cNvSpPr/>
            <p:nvPr/>
          </p:nvSpPr>
          <p:spPr>
            <a:xfrm>
              <a:off x="721302" y="417424"/>
              <a:ext cx="4174354" cy="3352661"/>
            </a:xfrm>
            <a:prstGeom prst="rect">
              <a:avLst/>
            </a:prstGeom>
            <a:ln w="28575">
              <a:solidFill>
                <a:srgbClr val="FFFF87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87"/>
                </a:solidFill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3DE2F74-F211-28DD-54E6-4CB7134DF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888" y="697314"/>
              <a:ext cx="2106198" cy="270976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EFBE0F-874C-6B0F-51D4-917B19DC7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576" y="2807517"/>
              <a:ext cx="1213589" cy="73233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BD42B4-8BC9-EE0F-B24F-337940064171}"/>
                </a:ext>
              </a:extLst>
            </p:cNvPr>
            <p:cNvSpPr/>
            <p:nvPr/>
          </p:nvSpPr>
          <p:spPr>
            <a:xfrm>
              <a:off x="3251649" y="702132"/>
              <a:ext cx="1415441" cy="197232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B62F0D-DB76-479A-DE17-968A97113A40}"/>
                </a:ext>
              </a:extLst>
            </p:cNvPr>
            <p:cNvSpPr txBox="1"/>
            <p:nvPr/>
          </p:nvSpPr>
          <p:spPr>
            <a:xfrm>
              <a:off x="3076661" y="1285987"/>
              <a:ext cx="17654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PRODUCTIVITY</a:t>
              </a:r>
            </a:p>
            <a:p>
              <a:pPr algn="ctr"/>
              <a:r>
                <a:rPr lang="en-US" sz="1400" b="1" dirty="0"/>
                <a:t>REPORT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1990B6-E77D-097E-8667-A9BE6A057E11}"/>
                </a:ext>
              </a:extLst>
            </p:cNvPr>
            <p:cNvSpPr txBox="1"/>
            <p:nvPr/>
          </p:nvSpPr>
          <p:spPr>
            <a:xfrm>
              <a:off x="3805321" y="3173686"/>
              <a:ext cx="308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$</a:t>
              </a:r>
            </a:p>
          </p:txBody>
        </p:sp>
        <p:sp>
          <p:nvSpPr>
            <p:cNvPr id="14" name="Curved Up Arrow 13">
              <a:extLst>
                <a:ext uri="{FF2B5EF4-FFF2-40B4-BE49-F238E27FC236}">
                  <a16:creationId xmlns:a16="http://schemas.microsoft.com/office/drawing/2014/main" id="{3DC56C61-528A-504F-CDAF-08C29A261EDC}"/>
                </a:ext>
              </a:extLst>
            </p:cNvPr>
            <p:cNvSpPr/>
            <p:nvPr/>
          </p:nvSpPr>
          <p:spPr>
            <a:xfrm rot="10800000">
              <a:off x="1969983" y="2165230"/>
              <a:ext cx="2106199" cy="729385"/>
            </a:xfrm>
            <a:prstGeom prst="curvedUpArrow">
              <a:avLst/>
            </a:prstGeom>
            <a:solidFill>
              <a:srgbClr val="FFFF8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urved Up Arrow 14">
              <a:extLst>
                <a:ext uri="{FF2B5EF4-FFF2-40B4-BE49-F238E27FC236}">
                  <a16:creationId xmlns:a16="http://schemas.microsoft.com/office/drawing/2014/main" id="{ADA115AA-C869-E363-CE96-52C9E1E552BC}"/>
                </a:ext>
              </a:extLst>
            </p:cNvPr>
            <p:cNvSpPr/>
            <p:nvPr/>
          </p:nvSpPr>
          <p:spPr>
            <a:xfrm rot="10800000">
              <a:off x="2005572" y="565272"/>
              <a:ext cx="2106199" cy="729385"/>
            </a:xfrm>
            <a:prstGeom prst="curvedUpArrow">
              <a:avLst/>
            </a:prstGeom>
            <a:solidFill>
              <a:srgbClr val="FFFF8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17278F9-0C1E-5FD6-8D4A-316CC9C3D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9964" y="271597"/>
            <a:ext cx="12341964" cy="25290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Please deposit your materials in the following manner</a:t>
            </a:r>
            <a:r>
              <a:rPr lang="en-US" sz="3800">
                <a:solidFill>
                  <a:srgbClr val="000000"/>
                </a:solidFill>
                <a:latin typeface="Arial"/>
                <a:cs typeface="Arial"/>
              </a:rPr>
              <a:t>:</a:t>
            </a:r>
            <a:br>
              <a:rPr lang="en-US" sz="3800" dirty="0"/>
            </a:br>
            <a:endParaRPr lang="en-US" sz="3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5D27F4-8E2B-6E90-E3C9-340FCA8740EF}"/>
              </a:ext>
            </a:extLst>
          </p:cNvPr>
          <p:cNvGrpSpPr/>
          <p:nvPr/>
        </p:nvGrpSpPr>
        <p:grpSpPr>
          <a:xfrm>
            <a:off x="1330103" y="4666685"/>
            <a:ext cx="3547469" cy="2107897"/>
            <a:chOff x="1560112" y="3661369"/>
            <a:chExt cx="4270131" cy="281018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F5AD801-2FF8-F14B-C668-CAC00492F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46" b="5122"/>
            <a:stretch>
              <a:fillRect/>
            </a:stretch>
          </p:blipFill>
          <p:spPr>
            <a:xfrm>
              <a:off x="1560112" y="3661369"/>
              <a:ext cx="4270131" cy="281018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4BB662-C1BF-AAE7-A08E-15FE01A925A8}"/>
                </a:ext>
              </a:extLst>
            </p:cNvPr>
            <p:cNvSpPr/>
            <p:nvPr/>
          </p:nvSpPr>
          <p:spPr>
            <a:xfrm rot="21165734">
              <a:off x="3347105" y="4918887"/>
              <a:ext cx="1681660" cy="1098809"/>
            </a:xfrm>
            <a:prstGeom prst="rect">
              <a:avLst/>
            </a:prstGeom>
            <a:solidFill>
              <a:srgbClr val="FFFF87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0D4C01-39B9-CF8B-F795-A8863F990546}"/>
                </a:ext>
              </a:extLst>
            </p:cNvPr>
            <p:cNvSpPr txBox="1"/>
            <p:nvPr/>
          </p:nvSpPr>
          <p:spPr>
            <a:xfrm rot="21094356">
              <a:off x="3153132" y="5149015"/>
              <a:ext cx="2189624" cy="760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PLACE </a:t>
              </a:r>
              <a:r>
                <a:rPr lang="en-US" sz="1200" b="1" u="sng" dirty="0"/>
                <a:t>SEALED ENVELOPE </a:t>
              </a:r>
              <a:r>
                <a:rPr lang="en-US" sz="1200" b="1" dirty="0"/>
                <a:t>HERE</a:t>
              </a:r>
            </a:p>
            <a:p>
              <a:pPr algn="ctr"/>
              <a:endParaRPr lang="en-US" sz="1400" b="1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0CB43D-35FE-FDE7-6288-7A849DF2F63B}"/>
              </a:ext>
            </a:extLst>
          </p:cNvPr>
          <p:cNvGrpSpPr/>
          <p:nvPr/>
        </p:nvGrpSpPr>
        <p:grpSpPr>
          <a:xfrm>
            <a:off x="6863581" y="4640479"/>
            <a:ext cx="3866452" cy="2152265"/>
            <a:chOff x="6800798" y="3712232"/>
            <a:chExt cx="4270131" cy="282221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1D87B46-B94A-B8B7-1E0C-A96ED1C01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55" b="5038"/>
            <a:stretch>
              <a:fillRect/>
            </a:stretch>
          </p:blipFill>
          <p:spPr>
            <a:xfrm>
              <a:off x="6800798" y="3712232"/>
              <a:ext cx="4270131" cy="282221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87B07-F915-1D93-01BA-87D192DD08C7}"/>
                </a:ext>
              </a:extLst>
            </p:cNvPr>
            <p:cNvSpPr/>
            <p:nvPr/>
          </p:nvSpPr>
          <p:spPr>
            <a:xfrm rot="21165734">
              <a:off x="8610124" y="4943486"/>
              <a:ext cx="1681660" cy="1098809"/>
            </a:xfrm>
            <a:prstGeom prst="rect">
              <a:avLst/>
            </a:prstGeom>
            <a:solidFill>
              <a:srgbClr val="9FF2FF"/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57C6CA0-8CC8-90A2-1F08-5A5ED6E9A9FC}"/>
                </a:ext>
              </a:extLst>
            </p:cNvPr>
            <p:cNvSpPr txBox="1"/>
            <p:nvPr/>
          </p:nvSpPr>
          <p:spPr>
            <a:xfrm rot="21094356">
              <a:off x="8356141" y="5154513"/>
              <a:ext cx="21896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PLACE </a:t>
              </a:r>
              <a:r>
                <a:rPr lang="en-US" sz="1400" b="1" u="sng" dirty="0"/>
                <a:t>FOLDER</a:t>
              </a:r>
              <a:r>
                <a:rPr lang="en-US" sz="1400" b="1" dirty="0"/>
                <a:t> </a:t>
              </a:r>
            </a:p>
            <a:p>
              <a:pPr algn="ctr"/>
              <a:r>
                <a:rPr lang="en-US" sz="1400" b="1" dirty="0"/>
                <a:t>HERE</a:t>
              </a:r>
            </a:p>
            <a:p>
              <a:pPr algn="ctr"/>
              <a:endParaRPr lang="en-US" sz="1400" b="1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50305E3-DCB5-C072-EFDD-8BB18CC5A55B}"/>
              </a:ext>
            </a:extLst>
          </p:cNvPr>
          <p:cNvGrpSpPr/>
          <p:nvPr/>
        </p:nvGrpSpPr>
        <p:grpSpPr>
          <a:xfrm>
            <a:off x="6687543" y="1114346"/>
            <a:ext cx="4174354" cy="3352661"/>
            <a:chOff x="7169408" y="417424"/>
            <a:chExt cx="4174354" cy="335266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C867C36-3736-3301-01B2-C728A3D0846C}"/>
                </a:ext>
              </a:extLst>
            </p:cNvPr>
            <p:cNvSpPr/>
            <p:nvPr/>
          </p:nvSpPr>
          <p:spPr>
            <a:xfrm>
              <a:off x="7169408" y="417424"/>
              <a:ext cx="4174354" cy="3352661"/>
            </a:xfrm>
            <a:prstGeom prst="rect">
              <a:avLst/>
            </a:prstGeom>
            <a:ln w="28575">
              <a:solidFill>
                <a:srgbClr val="9FF2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87"/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8AD4BD4-50DD-06CB-0651-638AD0AA4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0288" y="652128"/>
              <a:ext cx="2429866" cy="2883252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335A672-5396-772E-1D3E-EC0FCEECC88E}"/>
                </a:ext>
              </a:extLst>
            </p:cNvPr>
            <p:cNvSpPr/>
            <p:nvPr/>
          </p:nvSpPr>
          <p:spPr>
            <a:xfrm>
              <a:off x="9710154" y="922807"/>
              <a:ext cx="1415441" cy="197232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FC51C01-1592-6715-6BC4-F2E037CCCEAF}"/>
                </a:ext>
              </a:extLst>
            </p:cNvPr>
            <p:cNvSpPr txBox="1"/>
            <p:nvPr/>
          </p:nvSpPr>
          <p:spPr>
            <a:xfrm>
              <a:off x="9536001" y="1468129"/>
              <a:ext cx="1765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WORKBOOK</a:t>
              </a:r>
            </a:p>
          </p:txBody>
        </p:sp>
        <p:sp>
          <p:nvSpPr>
            <p:cNvPr id="54" name="Curved Up Arrow 53">
              <a:extLst>
                <a:ext uri="{FF2B5EF4-FFF2-40B4-BE49-F238E27FC236}">
                  <a16:creationId xmlns:a16="http://schemas.microsoft.com/office/drawing/2014/main" id="{5B889BDD-851E-A125-9D9D-78C11CEA48D6}"/>
                </a:ext>
              </a:extLst>
            </p:cNvPr>
            <p:cNvSpPr/>
            <p:nvPr/>
          </p:nvSpPr>
          <p:spPr>
            <a:xfrm rot="10800000">
              <a:off x="8311675" y="565271"/>
              <a:ext cx="2106199" cy="729385"/>
            </a:xfrm>
            <a:prstGeom prst="curvedUpArrow">
              <a:avLst/>
            </a:prstGeom>
            <a:solidFill>
              <a:srgbClr val="9FF2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58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4F5932-694E-4C06-A86B-45D551C341DB}">
  <we:reference id="wa200003706" version="1.1.0.0" store="en-US" storeType="OMEX"/>
  <we:alternateReferences>
    <we:reference id="wa200003706" version="1.1.0.0" store="WA20000370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713</Words>
  <Application>Microsoft Macintosh PowerPoint</Application>
  <PresentationFormat>Widescreen</PresentationFormat>
  <Paragraphs>646</Paragraphs>
  <Slides>15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Jerad Buck</dc:creator>
  <cp:lastModifiedBy>Megan Herrewynen</cp:lastModifiedBy>
  <cp:revision>9</cp:revision>
  <dcterms:created xsi:type="dcterms:W3CDTF">2024-09-13T18:15:05Z</dcterms:created>
  <dcterms:modified xsi:type="dcterms:W3CDTF">2026-05-28T15:08:15Z</dcterms:modified>
</cp:coreProperties>
</file>